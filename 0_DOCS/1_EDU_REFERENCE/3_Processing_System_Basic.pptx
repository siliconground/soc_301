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70" r:id="rId2"/>
    <p:sldId id="378" r:id="rId3"/>
    <p:sldId id="383" r:id="rId4"/>
    <p:sldId id="291" r:id="rId5"/>
    <p:sldId id="333" r:id="rId6"/>
    <p:sldId id="335" r:id="rId7"/>
    <p:sldId id="336" r:id="rId8"/>
    <p:sldId id="345" r:id="rId9"/>
    <p:sldId id="379" r:id="rId10"/>
    <p:sldId id="380" r:id="rId11"/>
    <p:sldId id="381" r:id="rId12"/>
    <p:sldId id="382" r:id="rId13"/>
    <p:sldId id="348" r:id="rId14"/>
    <p:sldId id="350" r:id="rId15"/>
    <p:sldId id="370" r:id="rId16"/>
    <p:sldId id="351" r:id="rId17"/>
    <p:sldId id="352" r:id="rId18"/>
    <p:sldId id="384" r:id="rId19"/>
    <p:sldId id="377" r:id="rId20"/>
    <p:sldId id="360" r:id="rId21"/>
    <p:sldId id="361" r:id="rId22"/>
    <p:sldId id="364" r:id="rId23"/>
    <p:sldId id="386" r:id="rId24"/>
    <p:sldId id="387" r:id="rId25"/>
    <p:sldId id="368" r:id="rId26"/>
    <p:sldId id="390" r:id="rId27"/>
    <p:sldId id="392" r:id="rId28"/>
    <p:sldId id="393" r:id="rId29"/>
    <p:sldId id="371" r:id="rId30"/>
    <p:sldId id="389" r:id="rId31"/>
    <p:sldId id="391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4D09D44-E933-426A-8F7A-A670F4423266}">
          <p14:sldIdLst>
            <p14:sldId id="270"/>
            <p14:sldId id="378"/>
            <p14:sldId id="383"/>
            <p14:sldId id="291"/>
            <p14:sldId id="333"/>
            <p14:sldId id="335"/>
            <p14:sldId id="336"/>
            <p14:sldId id="345"/>
            <p14:sldId id="379"/>
            <p14:sldId id="380"/>
            <p14:sldId id="381"/>
            <p14:sldId id="382"/>
            <p14:sldId id="348"/>
            <p14:sldId id="350"/>
            <p14:sldId id="370"/>
            <p14:sldId id="351"/>
            <p14:sldId id="352"/>
            <p14:sldId id="384"/>
            <p14:sldId id="377"/>
            <p14:sldId id="360"/>
            <p14:sldId id="361"/>
            <p14:sldId id="364"/>
            <p14:sldId id="386"/>
            <p14:sldId id="387"/>
            <p14:sldId id="368"/>
            <p14:sldId id="390"/>
            <p14:sldId id="392"/>
            <p14:sldId id="393"/>
            <p14:sldId id="371"/>
            <p14:sldId id="389"/>
            <p14:sldId id="39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4" userDrawn="1">
          <p15:clr>
            <a:srgbClr val="A4A3A4"/>
          </p15:clr>
        </p15:guide>
        <p15:guide id="2" pos="257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7ED1"/>
    <a:srgbClr val="147BD1"/>
    <a:srgbClr val="EBEBE9"/>
    <a:srgbClr val="1DCAD3"/>
    <a:srgbClr val="93DA49"/>
    <a:srgbClr val="FFB71B"/>
    <a:srgbClr val="EA0029"/>
    <a:srgbClr val="00A376"/>
    <a:srgbClr val="D50057"/>
    <a:srgbClr val="FF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82762" autoAdjust="0"/>
  </p:normalViewPr>
  <p:slideViewPr>
    <p:cSldViewPr snapToGrid="0" showGuides="1">
      <p:cViewPr varScale="1">
        <p:scale>
          <a:sx n="135" d="100"/>
          <a:sy n="135" d="100"/>
        </p:scale>
        <p:origin x="3894" y="114"/>
      </p:cViewPr>
      <p:guideLst>
        <p:guide orient="horz" pos="164"/>
        <p:guide pos="257"/>
        <p:guide pos="7401"/>
        <p:guide orient="horz" pos="41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78" d="100"/>
          <a:sy n="78" d="100"/>
        </p:scale>
        <p:origin x="396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FA37033-ED58-7468-B3A7-D86EC993E4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50E057-5885-7CF0-A566-F1509F15EC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8A9B2-778C-433C-8A06-393197C1381D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110CC0-26F9-7A19-1D7F-586CF7E94F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30F5FF-528F-49FD-EB3A-E1235211DB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A8D64-9144-4D65-95FF-539FB0414D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73662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B2C73-F33F-494A-BC1B-E1D751896FF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DF360B-A3AE-4175-B4D3-5B0EB60874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5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610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FF1B8-8964-AFB2-0327-F5F2C833A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D98677-EE8B-1EDD-948A-661532CA9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3C3A93-2691-44F2-FC4F-A936FA7CB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AAB7E3-8887-992C-8453-973CE04D0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8845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FF1B8-8964-AFB2-0327-F5F2C833A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D98677-EE8B-1EDD-948A-661532CA9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3C3A93-2691-44F2-FC4F-A936FA7CB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AAB7E3-8887-992C-8453-973CE04D0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8669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32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FF1B8-8964-AFB2-0327-F5F2C833A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D98677-EE8B-1EDD-948A-661532CA9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3C3A93-2691-44F2-FC4F-A936FA7CB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AAB7E3-8887-992C-8453-973CE04D0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4805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E7EB-2265-AB54-1BD7-CFE57535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39C072-B3D0-6D38-1466-A7E3EE0B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42BBAB-4A8D-23D2-DD98-F7DB8F221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85490-B02C-E09B-764B-6754B3509F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560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BFB44-962F-5264-11C5-A4DF80CDF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9A46D1-EDB0-9C09-A79E-7F1D0B730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D96FB-BF74-6F59-7194-AD70F32544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401A54-E809-42E8-9059-38CE08AA0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7783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4FA6D-CBAB-346D-0E18-19288E7D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9A75B5-B507-0351-A29E-D2E0CE518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80E44B-5249-C72E-0C2A-75BDAFC9A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CE99A2-7564-05FC-CE60-042FAB4C45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7982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4FA6D-CBAB-346D-0E18-19288E7D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9A75B5-B507-0351-A29E-D2E0CE518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80E44B-5249-C72E-0C2A-75BDAFC9A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CE99A2-7564-05FC-CE60-042FAB4C45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5684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4FA6D-CBAB-346D-0E18-19288E7D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9A75B5-B507-0351-A29E-D2E0CE518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80E44B-5249-C72E-0C2A-75BDAFC9A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CE99A2-7564-05FC-CE60-042FAB4C45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4840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4FA6D-CBAB-346D-0E18-19288E7D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9A75B5-B507-0351-A29E-D2E0CE518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80E44B-5249-C72E-0C2A-75BDAFC9A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CE99A2-7564-05FC-CE60-042FAB4C45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6207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4FA6D-CBAB-346D-0E18-19288E7D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9A75B5-B507-0351-A29E-D2E0CE518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80E44B-5249-C72E-0C2A-75BDAFC9A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CE99A2-7564-05FC-CE60-042FAB4C45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96915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6AA00-9227-5CFB-D4EA-5699E3061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3A26FA-85D0-9679-F161-C3656D0E0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B100BA-9BA2-7D53-2514-CA8BCFE2F8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98EF47-3106-979D-F69E-C6C5FE7749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8046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B6222-FB58-AFDC-FFBB-B51286D6E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4D697B-93D1-8108-1F6A-96F0B6775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35ABB-982A-274C-701A-364ACE590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34253E-AC23-18B7-56A7-8FCEB826EB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3170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6CE6B-BA16-9BBC-53C7-E64A1F7F7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58DD7C-6E0B-42F3-532E-4AB56B72CE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975934-0228-B316-34B7-8AAC590C5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D93182-BBB9-AD3F-8281-772F4C1FD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97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AFDEF-A206-52D7-4453-08DAB4AE3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2068CA-AEF3-E903-F1A7-54155C6E1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76C312-52FB-E2BD-168D-E16EBE755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365B7-8B11-E7B5-3896-83D3C0147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5883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25F31-999B-5D2C-0EE6-15D10EAB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20D664-4E65-9F28-9E98-169ADA2BB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2E4786-5224-653E-2B63-7097190A0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0C9FD5-D8C6-4037-8B88-408A65676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34163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25F31-999B-5D2C-0EE6-15D10EAB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20D664-4E65-9F28-9E98-169ADA2BB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2E4786-5224-653E-2B63-7097190A0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0C9FD5-D8C6-4037-8B88-408A65676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0305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4D4C-AD6D-1079-0AC0-A699835C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F2BFC5-C8E2-5EC1-1B56-77FE49125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9ACE87-F434-CD3B-26D7-0C06CEE8D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37383-F1A0-0F25-0850-C2AD97EAF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1505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9566-9F83-D3CE-14FF-A27B0133A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F4811B-3681-3E1E-2E4B-518A2C7EA1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4C7B48-1415-4532-40FF-15D751EC9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47FFC2-04B9-0CC3-F8A7-7622D2EB0A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073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FF730-A292-F1C3-28BA-3D0ED9F73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4EAB4F-D7B7-FA1F-CB9F-30F45B0E3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201CD-FF26-00F7-080A-BB2248791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EE5814-55DC-EC8C-0088-00006481B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8809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9B74-F58E-DC83-71CD-2662DCB11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2B5CC9-147A-FF57-F9FE-56374C347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906951-B59F-70D2-108B-485278CCF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7D795F-48AC-3A0E-B612-2AEEB1718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3651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9B74-F58E-DC83-71CD-2662DCB11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2B5CC9-147A-FF57-F9FE-56374C347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906951-B59F-70D2-108B-485278CCF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7D795F-48AC-3A0E-B612-2AEEB1718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499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9B74-F58E-DC83-71CD-2662DCB11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2B5CC9-147A-FF57-F9FE-56374C347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906951-B59F-70D2-108B-485278CCF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7D795F-48AC-3A0E-B612-2AEEB1718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9391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1F562-4CC9-7132-2943-BE81B8FB6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6E9AA9-B462-E1B9-D5C0-559CD1254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C87EB6-3F22-ABF2-092D-D573335DF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86224A-9697-883C-CFEB-0DD0F8881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153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1F562-4CC9-7132-2943-BE81B8FB6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6E9AA9-B462-E1B9-D5C0-559CD1254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C87EB6-3F22-ABF2-092D-D573335DF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86224A-9697-883C-CFEB-0DD0F8881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5970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9B74-F58E-DC83-71CD-2662DCB11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2B5CC9-147A-FF57-F9FE-56374C347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906951-B59F-70D2-108B-485278CCF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7D795F-48AC-3A0E-B612-2AEEB1718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3575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9B74-F58E-DC83-71CD-2662DCB11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2B5CC9-147A-FF57-F9FE-56374C347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906951-B59F-70D2-108B-485278CCF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7D795F-48AC-3A0E-B612-2AEEB1718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648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F321-1C16-42C5-B228-02ED65EC5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1F8013-CA55-CE69-D611-19971FD85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2B4842-C6B5-6116-CD40-2A3FFFBD5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A65DD-1751-1D51-0147-1539322526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683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1F562-4CC9-7132-2943-BE81B8FB6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6E9AA9-B462-E1B9-D5C0-559CD1254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C87EB6-3F22-ABF2-092D-D573335DF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86224A-9697-883C-CFEB-0DD0F8881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37332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9B74-F58E-DC83-71CD-2662DCB11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2B5CC9-147A-FF57-F9FE-56374C347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906951-B59F-70D2-108B-485278CCF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7D795F-48AC-3A0E-B612-2AEEB1718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020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0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2">
            <a:extLst>
              <a:ext uri="{FF2B5EF4-FFF2-40B4-BE49-F238E27FC236}">
                <a16:creationId xmlns:a16="http://schemas.microsoft.com/office/drawing/2014/main" id="{0A2B689D-8977-AD6A-3C69-6D92240020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667" y="2898545"/>
            <a:ext cx="282262" cy="75270"/>
          </a:xfrm>
          <a:prstGeom prst="rect">
            <a:avLst/>
          </a:prstGeom>
        </p:spPr>
      </p:pic>
      <p:sp>
        <p:nvSpPr>
          <p:cNvPr id="17" name="Title 32">
            <a:extLst>
              <a:ext uri="{FF2B5EF4-FFF2-40B4-BE49-F238E27FC236}">
                <a16:creationId xmlns:a16="http://schemas.microsoft.com/office/drawing/2014/main" id="{15344361-8496-51B6-866B-094BE72A15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157" y="3207777"/>
            <a:ext cx="7689344" cy="44244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marL="0" lvl="0" indent="-228600">
              <a:buFont typeface="Arial" panose="020B0604020202020204" pitchFamily="34" charset="0"/>
            </a:pPr>
            <a:r>
              <a:rPr lang="en-US" dirty="0"/>
              <a:t>PRESENTATION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F993181B-10D9-9297-61FD-4CCD2845F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56155" y="5363127"/>
            <a:ext cx="134696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소속기관명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5613ED5-364D-70A2-FBDC-67AB945B8EF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6156" y="3959455"/>
            <a:ext cx="7689344" cy="4389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부제목을 입력해 주세요</a:t>
            </a:r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CD1575-1C7B-CFAB-E034-1CB5FDC6F6D9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128520" y="5359223"/>
            <a:ext cx="289681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성함 직함</a:t>
            </a:r>
            <a:endParaRPr lang="en-US" altLang="ko-KR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86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C6ED3B-B028-3C6A-603A-7FEC1CF2A0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5669026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47035B-5EFB-CC4F-96A0-93ECD02EFE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8600" y="1644673"/>
            <a:ext cx="3325603" cy="36785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42CB39-D109-24BB-F6D0-0D47894AC977}"/>
              </a:ext>
            </a:extLst>
          </p:cNvPr>
          <p:cNvSpPr/>
          <p:nvPr userDrawn="1"/>
        </p:nvSpPr>
        <p:spPr>
          <a:xfrm>
            <a:off x="1838848" y="813916"/>
            <a:ext cx="3737345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C3ED8-DCB6-B804-2AC4-6D3105DE41D9}"/>
              </a:ext>
            </a:extLst>
          </p:cNvPr>
          <p:cNvSpPr txBox="1"/>
          <p:nvPr userDrawn="1"/>
        </p:nvSpPr>
        <p:spPr>
          <a:xfrm>
            <a:off x="574525" y="575156"/>
            <a:ext cx="2804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147B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CONTENTS</a:t>
            </a:r>
            <a:endParaRPr lang="ko-KR" altLang="en-US" sz="2800" b="1" dirty="0">
              <a:solidFill>
                <a:srgbClr val="147BD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57AF3A-A4EB-0B0A-9D18-3723383EF2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36A8999-FDD4-0AD3-598F-C2CAE37EC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E266866-8E2B-E06F-867C-AA402CB3245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91" r="52827"/>
          <a:stretch/>
        </p:blipFill>
        <p:spPr>
          <a:xfrm rot="10800000">
            <a:off x="0" y="4991407"/>
            <a:ext cx="2225400" cy="1876097"/>
          </a:xfrm>
          <a:prstGeom prst="rect">
            <a:avLst/>
          </a:prstGeom>
        </p:spPr>
      </p:pic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C6627FCA-972B-4BB6-55FD-CE8B4728242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4840E2-5E13-B055-1443-080C8EACE103}"/>
              </a:ext>
            </a:extLst>
          </p:cNvPr>
          <p:cNvSpPr/>
          <p:nvPr userDrawn="1"/>
        </p:nvSpPr>
        <p:spPr>
          <a:xfrm>
            <a:off x="3378685" y="10583"/>
            <a:ext cx="2290341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75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7C6BF1BD-65AB-9F9F-BBF8-02D82CB2EF4F}"/>
              </a:ext>
            </a:extLst>
          </p:cNvPr>
          <p:cNvGrpSpPr/>
          <p:nvPr userDrawn="1"/>
        </p:nvGrpSpPr>
        <p:grpSpPr>
          <a:xfrm>
            <a:off x="0" y="20686"/>
            <a:ext cx="12192000" cy="2801257"/>
            <a:chOff x="0" y="20686"/>
            <a:chExt cx="12192000" cy="28012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9AC185F2-217E-FC8A-F79E-6207FBCF9F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341"/>
            <a:stretch/>
          </p:blipFill>
          <p:spPr>
            <a:xfrm>
              <a:off x="0" y="20686"/>
              <a:ext cx="12192000" cy="269433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8EB42C5-A44E-941C-BD61-D4F388159019}"/>
                </a:ext>
              </a:extLst>
            </p:cNvPr>
            <p:cNvSpPr/>
            <p:nvPr userDrawn="1"/>
          </p:nvSpPr>
          <p:spPr>
            <a:xfrm>
              <a:off x="4749800" y="1357618"/>
              <a:ext cx="3086100" cy="1464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4E42BE8-63C9-AD43-B49A-36AB11AB45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9" r="37743" b="78275"/>
          <a:stretch/>
        </p:blipFill>
        <p:spPr>
          <a:xfrm rot="5400000">
            <a:off x="10192809" y="4800676"/>
            <a:ext cx="3057033" cy="9277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5" y="237245"/>
            <a:ext cx="887350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BACC5D-C8EA-42F1-CA99-243C0146CA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373" y="3493142"/>
            <a:ext cx="10744200" cy="1188720"/>
          </a:xfrm>
        </p:spPr>
        <p:txBody>
          <a:bodyPr anchor="t" anchorCtr="0">
            <a:noAutofit/>
          </a:bodyPr>
          <a:lstStyle>
            <a:lvl1pPr>
              <a:lnSpc>
                <a:spcPct val="130000"/>
              </a:lnSpc>
              <a:defRPr sz="28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간지 내용을 입력해 주세요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366482A-6BF8-FFC6-47C6-24B3159603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6744" y="4004065"/>
            <a:ext cx="10827604" cy="677797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lnSpc>
                <a:spcPct val="130000"/>
              </a:lnSpc>
              <a:buNone/>
              <a:defRPr sz="20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내용을 입력해 주세요</a:t>
            </a: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97B5B7B-C0AC-3577-38A0-8DDD0EE019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5654" r="57737" b="59319"/>
          <a:stretch/>
        </p:blipFill>
        <p:spPr>
          <a:xfrm>
            <a:off x="379186" y="2976683"/>
            <a:ext cx="2131786" cy="361720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C0B63F71-8B17-75BA-431B-EC8B15CED286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98885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C4032A-B341-97E5-5757-11BA6E482407}"/>
              </a:ext>
            </a:extLst>
          </p:cNvPr>
          <p:cNvSpPr txBox="1"/>
          <p:nvPr userDrawn="1"/>
        </p:nvSpPr>
        <p:spPr>
          <a:xfrm>
            <a:off x="195493" y="6511766"/>
            <a:ext cx="28905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700" b="0" i="0" dirty="0">
                <a:solidFill>
                  <a:schemeClr val="bg2">
                    <a:lumMod val="90000"/>
                  </a:schemeClr>
                </a:solidFill>
                <a:effectLst/>
                <a:latin typeface="+mn-lt"/>
              </a:rPr>
              <a:t>Copyright ⓒ </a:t>
            </a:r>
            <a:r>
              <a:rPr lang="en-US" altLang="ko-KR" sz="700" b="0" i="0" dirty="0" err="1">
                <a:solidFill>
                  <a:schemeClr val="bg2">
                    <a:lumMod val="90000"/>
                  </a:schemeClr>
                </a:solidFill>
                <a:effectLst/>
                <a:latin typeface="+mn-lt"/>
              </a:rPr>
              <a:t>NineplusIT</a:t>
            </a:r>
            <a:r>
              <a:rPr lang="en-US" altLang="ko-KR" sz="700" b="0" i="0" dirty="0">
                <a:solidFill>
                  <a:schemeClr val="bg2">
                    <a:lumMod val="90000"/>
                  </a:schemeClr>
                </a:solidFill>
                <a:effectLst/>
                <a:latin typeface="+mn-lt"/>
              </a:rPr>
              <a:t>. All rights reserved.</a:t>
            </a:r>
            <a:endParaRPr lang="ko-KR" altLang="en-US" sz="700" dirty="0">
              <a:solidFill>
                <a:schemeClr val="bg2">
                  <a:lumMod val="90000"/>
                </a:schemeClr>
              </a:solidFill>
              <a:latin typeface="+mn-lt"/>
            </a:endParaRP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5FF8531-6602-6B50-A085-CDB91C415011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9DB3ED-6F85-3EFA-BBD1-BABB6B9C68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01F753-9E37-C8DC-95FF-DF93DF3393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2" name="슬라이드 번호 개체 틀 4">
            <a:extLst>
              <a:ext uri="{FF2B5EF4-FFF2-40B4-BE49-F238E27FC236}">
                <a16:creationId xmlns:a16="http://schemas.microsoft.com/office/drawing/2014/main" id="{6A11B6C2-6061-3E55-077D-166C78B0ED7E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169975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3B83660C-63E0-0CAA-517A-56CE5094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19" name="내용 개체 틀 4">
            <a:extLst>
              <a:ext uri="{FF2B5EF4-FFF2-40B4-BE49-F238E27FC236}">
                <a16:creationId xmlns:a16="http://schemas.microsoft.com/office/drawing/2014/main" id="{58830C0C-E56C-3ECA-C9CA-D786D27DA36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84708" y="1722863"/>
            <a:ext cx="7688263" cy="1662693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본문 내용을 입력해 주세요</a:t>
            </a:r>
          </a:p>
        </p:txBody>
      </p:sp>
      <p:sp>
        <p:nvSpPr>
          <p:cNvPr id="20" name="내용 개체 틀 4">
            <a:extLst>
              <a:ext uri="{FF2B5EF4-FFF2-40B4-BE49-F238E27FC236}">
                <a16:creationId xmlns:a16="http://schemas.microsoft.com/office/drawing/2014/main" id="{DA2D460F-401E-946C-4819-5CAF1DEE37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8437" y="1265135"/>
            <a:ext cx="7688263" cy="384780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064D8154-20AE-1DD0-D610-B24CF84C8A9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224E7-8403-7591-6B1C-C031BE82A3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E5410BEA-4881-88D1-E737-C10291E66D4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10D5E0-0C61-CEB0-1EA0-431E53BBA66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7F29AE4C-4C6B-01FA-DB71-26C9389E469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638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7B1C25-666F-3850-741D-F8453E0AD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8438" y="1447286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86742E4-6FBD-24DE-B85E-52C7A29DCB4E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477000" y="1446772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6165312-91BD-A6B4-3DB8-FCCC95EBC2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내용 개체 틀 4">
            <a:extLst>
              <a:ext uri="{FF2B5EF4-FFF2-40B4-BE49-F238E27FC236}">
                <a16:creationId xmlns:a16="http://schemas.microsoft.com/office/drawing/2014/main" id="{443307DC-A9A4-0AF1-431B-CE8D866C6F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EACB026E-116D-A154-5B23-D99661FC4A7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51408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9581B5-AD61-C855-0268-F70136A9FC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707089-CB6C-150C-BF3E-38E3E399EA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6" y="237245"/>
            <a:ext cx="887348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cdtText Placeholder 12 Id13">
            <a:extLst>
              <a:ext uri="{FF2B5EF4-FFF2-40B4-BE49-F238E27FC236}">
                <a16:creationId xmlns:a16="http://schemas.microsoft.com/office/drawing/2014/main" id="{AAF3BF8F-EA23-F148-B484-C055AFAA6127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 bwMode="auto">
          <a:xfrm>
            <a:off x="4864100" y="1663814"/>
            <a:ext cx="7327900" cy="392272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21" name="Bildplatzhalter 7">
            <a:extLst>
              <a:ext uri="{FF2B5EF4-FFF2-40B4-BE49-F238E27FC236}">
                <a16:creationId xmlns:a16="http://schemas.microsoft.com/office/drawing/2014/main" id="{8E616DC4-24DA-D652-DA34-FA51D61812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63814"/>
            <a:ext cx="3724650" cy="3922726"/>
          </a:xfrm>
        </p:spPr>
        <p:txBody>
          <a:bodyPr tIns="1800000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9CFBB3B-8459-B072-CE35-DD44739A71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3239AF0-F814-1FD7-257B-DDBBDB114EB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6B8DCC5C-A8F6-8B61-A136-3FE8CE48A16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537133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5" name="Bildplatzhalter 7">
            <a:extLst>
              <a:ext uri="{FF2B5EF4-FFF2-40B4-BE49-F238E27FC236}">
                <a16:creationId xmlns:a16="http://schemas.microsoft.com/office/drawing/2014/main" id="{D85258F4-62CE-F16F-9645-FF41CDB1D15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76514"/>
            <a:ext cx="3724650" cy="3910026"/>
          </a:xfrm>
        </p:spPr>
        <p:txBody>
          <a:bodyPr tIns="1800000" anchor="t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BCDC8753-1F35-1528-64B1-335591BD4AA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98D4D303-C8FF-C353-4FA5-2C610350C5A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cdtText Placeholder 12 Id13">
            <a:extLst>
              <a:ext uri="{FF2B5EF4-FFF2-40B4-BE49-F238E27FC236}">
                <a16:creationId xmlns:a16="http://schemas.microsoft.com/office/drawing/2014/main" id="{05432AFD-A799-FEA4-2069-2B09A5AC681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1"/>
            </p:custDataLst>
          </p:nvPr>
        </p:nvSpPr>
        <p:spPr bwMode="auto">
          <a:xfrm>
            <a:off x="5032972" y="382135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9" name="cdtText Placeholder 12 Id13">
            <a:extLst>
              <a:ext uri="{FF2B5EF4-FFF2-40B4-BE49-F238E27FC236}">
                <a16:creationId xmlns:a16="http://schemas.microsoft.com/office/drawing/2014/main" id="{44EF8955-81F0-73C3-DF88-D85D87ED57DE}"/>
              </a:ext>
            </a:extLst>
          </p:cNvPr>
          <p:cNvSpPr>
            <a:spLocks noGrp="1"/>
          </p:cNvSpPr>
          <p:nvPr>
            <p:ph type="body" sz="quarter" idx="22" hasCustomPrompt="1"/>
            <p:custDataLst>
              <p:tags r:id="rId2"/>
            </p:custDataLst>
          </p:nvPr>
        </p:nvSpPr>
        <p:spPr bwMode="auto">
          <a:xfrm>
            <a:off x="5032973" y="166381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4A7882DE-8F0D-5B26-23EB-0FCFD6159BE5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563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bg>
      <p:bgPr>
        <a:gradFill>
          <a:gsLst>
            <a:gs pos="0">
              <a:srgbClr val="147BD1"/>
            </a:gs>
            <a:gs pos="100000">
              <a:srgbClr val="1DCAD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D64FA5-CDB1-F994-65BE-0BE3473A03F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808505" y="3704117"/>
            <a:ext cx="2383495" cy="3153883"/>
          </a:xfrm>
          <a:prstGeom prst="rect">
            <a:avLst/>
          </a:prstGeom>
        </p:spPr>
      </p:pic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154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953AF5-74C5-EA32-15A6-A2A81C8D990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9" t="27780"/>
          <a:stretch/>
        </p:blipFill>
        <p:spPr>
          <a:xfrm>
            <a:off x="0" y="0"/>
            <a:ext cx="4379984" cy="2614021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C7CAAF6-0D81-0DCB-296D-A9E665D79F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ED072FD4-8691-B58C-84BF-7070B55A96C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B47B13F2-BD53-D01C-9069-5413AEC44D5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35760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6" r="493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7BD1"/>
              </a:gs>
              <a:gs pos="100000">
                <a:srgbClr val="1DCAD3"/>
              </a:gs>
            </a:gsLst>
            <a:lin ang="0" scaled="0"/>
          </a:gradFill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94BC1758-BCD0-EFDE-D40D-3328166423D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524256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0" r="5270"/>
          <a:stretch/>
        </p:blipFill>
        <p:spPr>
          <a:xfrm>
            <a:off x="11860" y="0"/>
            <a:ext cx="1216828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-1186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</p:spTree>
    <p:extLst>
      <p:ext uri="{BB962C8B-B14F-4D97-AF65-F5344CB8AC3E}">
        <p14:creationId xmlns:p14="http://schemas.microsoft.com/office/powerpoint/2010/main" val="133113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17EF33-D600-989E-8A91-749A5D900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441B4B-84BC-1AF8-3E52-17240F744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EB88D-BBE7-6387-84B5-6EE90D94E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EC200-83C1-4365-A99F-86FD10E76130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6A1E2B-77FA-7B7E-80BF-AD04C6721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93BC41-64C4-A681-82AC-FD8DCB42F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36D7E8-4E64-4D6D-BDDF-219C8CEEF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15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1" r:id="rId2"/>
    <p:sldLayoutId id="2147483661" r:id="rId3"/>
    <p:sldLayoutId id="2147483670" r:id="rId4"/>
    <p:sldLayoutId id="2147483650" r:id="rId5"/>
    <p:sldLayoutId id="2147483669" r:id="rId6"/>
    <p:sldLayoutId id="2147483668" r:id="rId7"/>
    <p:sldLayoutId id="2147483666" r:id="rId8"/>
    <p:sldLayoutId id="2147483663" r:id="rId9"/>
    <p:sldLayoutId id="2147483662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TeraTermProject/teraterm/releases/download/v5.7.0/teraterm-5.7.0-x64.exe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liconground/SoC_301/blob/main/2_GROUND_WORK/2_PS_BASIC/3_HW_WRAPPER_SAMPLE.zip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89591-F99B-E9A0-5755-41D660F3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55" y="3207777"/>
            <a:ext cx="7689344" cy="442446"/>
          </a:xfrm>
        </p:spPr>
        <p:txBody>
          <a:bodyPr/>
          <a:lstStyle/>
          <a:p>
            <a:r>
              <a:rPr lang="en-US" altLang="ko-KR" b="1" dirty="0">
                <a:latin typeface="+mj-lt"/>
              </a:rPr>
              <a:t>SOC301 | ARM Programming</a:t>
            </a:r>
            <a:endParaRPr lang="ko-KR" altLang="en-US" b="1" dirty="0">
              <a:latin typeface="+mj-lt"/>
            </a:endParaRPr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A04821A0-9121-CBE3-449D-14D5A206EF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3. Processing System Basic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046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260FE-E212-D5D5-723D-83F206C8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58B0A38-41E2-90D6-1E3B-C00ACCDB26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BE6C4-6F05-C019-E536-C16CD60716A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0. Design Structure</a:t>
            </a:r>
            <a:endParaRPr lang="ko-KR" altLang="en-US" sz="2000" b="1" dirty="0">
              <a:solidFill>
                <a:srgbClr val="147BD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2C995D5-080A-43FF-934A-F07EC66CD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40" y="1234365"/>
            <a:ext cx="4977065" cy="4542658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2861AAC-E1E0-41FD-8302-697C1D353BFB}"/>
              </a:ext>
            </a:extLst>
          </p:cNvPr>
          <p:cNvSpPr/>
          <p:nvPr/>
        </p:nvSpPr>
        <p:spPr>
          <a:xfrm>
            <a:off x="2048540" y="4685414"/>
            <a:ext cx="1353879" cy="42530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88C7783-0916-4D5B-9A7F-7F4D6DE3BD62}"/>
              </a:ext>
            </a:extLst>
          </p:cNvPr>
          <p:cNvCxnSpPr/>
          <p:nvPr/>
        </p:nvCxnSpPr>
        <p:spPr>
          <a:xfrm flipV="1">
            <a:off x="3402419" y="2927498"/>
            <a:ext cx="3473302" cy="19563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9659B56-4128-4DB6-8275-8C9495237658}"/>
              </a:ext>
            </a:extLst>
          </p:cNvPr>
          <p:cNvSpPr txBox="1"/>
          <p:nvPr/>
        </p:nvSpPr>
        <p:spPr>
          <a:xfrm>
            <a:off x="6875721" y="2773609"/>
            <a:ext cx="34733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PL(Programmable Logic, HW) Project</a:t>
            </a:r>
            <a:endParaRPr lang="ko-KR" altLang="en-US" sz="14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DF6407D-F1F1-4129-9285-0102CEE629BF}"/>
              </a:ext>
            </a:extLst>
          </p:cNvPr>
          <p:cNvCxnSpPr/>
          <p:nvPr/>
        </p:nvCxnSpPr>
        <p:spPr>
          <a:xfrm flipV="1">
            <a:off x="3402419" y="3962400"/>
            <a:ext cx="3473302" cy="1056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5F30E80-FFCA-4E23-A3D4-2616D5654D8C}"/>
              </a:ext>
            </a:extLst>
          </p:cNvPr>
          <p:cNvSpPr txBox="1"/>
          <p:nvPr/>
        </p:nvSpPr>
        <p:spPr>
          <a:xfrm>
            <a:off x="6907501" y="3808511"/>
            <a:ext cx="34733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PS(Processing System, SW) Project</a:t>
            </a:r>
            <a:endParaRPr lang="ko-KR" altLang="en-US" sz="1400" dirty="0"/>
          </a:p>
        </p:txBody>
      </p:sp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151D360A-715A-452C-96F2-3DD7BE4B9457}"/>
              </a:ext>
            </a:extLst>
          </p:cNvPr>
          <p:cNvSpPr/>
          <p:nvPr/>
        </p:nvSpPr>
        <p:spPr>
          <a:xfrm>
            <a:off x="8236688" y="3274827"/>
            <a:ext cx="361507" cy="40403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E71955-8773-4B3F-849E-37E7613A4F05}"/>
              </a:ext>
            </a:extLst>
          </p:cNvPr>
          <p:cNvSpPr txBox="1"/>
          <p:nvPr/>
        </p:nvSpPr>
        <p:spPr>
          <a:xfrm>
            <a:off x="8644152" y="3353734"/>
            <a:ext cx="21690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Hardware Wrapper Export(.</a:t>
            </a:r>
            <a:r>
              <a:rPr lang="en-US" altLang="ko-KR" sz="1000" dirty="0" err="1">
                <a:solidFill>
                  <a:srgbClr val="FF0000"/>
                </a:solidFill>
              </a:rPr>
              <a:t>xsa</a:t>
            </a:r>
            <a:r>
              <a:rPr lang="en-US" altLang="ko-KR" sz="1000" dirty="0">
                <a:solidFill>
                  <a:srgbClr val="FF0000"/>
                </a:solidFill>
              </a:rPr>
              <a:t>)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657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260FE-E212-D5D5-723D-83F206C8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58B0A38-41E2-90D6-1E3B-C00ACCDB26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BE6C4-6F05-C019-E536-C16CD60716A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0. </a:t>
            </a:r>
            <a:r>
              <a:rPr lang="en-US" altLang="ko-KR" sz="2000" dirty="0" err="1">
                <a:solidFill>
                  <a:srgbClr val="147BD1"/>
                </a:solidFill>
              </a:rPr>
              <a:t>Teraterm</a:t>
            </a:r>
            <a:r>
              <a:rPr lang="ko-KR" altLang="en-US" sz="2000" dirty="0">
                <a:solidFill>
                  <a:srgbClr val="147BD1"/>
                </a:solidFill>
              </a:rPr>
              <a:t> </a:t>
            </a:r>
            <a:r>
              <a:rPr lang="en-US" altLang="ko-KR" sz="2000" dirty="0">
                <a:solidFill>
                  <a:srgbClr val="147BD1"/>
                </a:solidFill>
              </a:rPr>
              <a:t>Download</a:t>
            </a:r>
            <a:endParaRPr lang="ko-KR" altLang="en-US" sz="2000" b="1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20E65D-4D41-406A-B696-268B91D98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18391"/>
            <a:ext cx="5064919" cy="36212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CA9530-E963-4520-AA7B-B28D60CE6511}"/>
              </a:ext>
            </a:extLst>
          </p:cNvPr>
          <p:cNvSpPr txBox="1"/>
          <p:nvPr/>
        </p:nvSpPr>
        <p:spPr>
          <a:xfrm>
            <a:off x="6257924" y="3493293"/>
            <a:ext cx="51220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hlinkClick r:id="rId4"/>
              </a:rPr>
              <a:t>📌</a:t>
            </a:r>
            <a:r>
              <a:rPr lang="en-US" altLang="ko-KR" sz="1400" dirty="0">
                <a:hlinkClick r:id="rId4"/>
              </a:rPr>
              <a:t>https://github.com/TeraTermProject/teraterm/releases/download/v5.7.0/teraterm-5.7.0-x64.exe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4636D2-ECF7-4F41-944B-203243128651}"/>
              </a:ext>
            </a:extLst>
          </p:cNvPr>
          <p:cNvSpPr txBox="1"/>
          <p:nvPr/>
        </p:nvSpPr>
        <p:spPr>
          <a:xfrm>
            <a:off x="6257925" y="2726233"/>
            <a:ext cx="43791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⚙ </a:t>
            </a:r>
            <a:r>
              <a:rPr lang="en-US" altLang="ko-KR" sz="1400" dirty="0"/>
              <a:t>UART </a:t>
            </a:r>
            <a:r>
              <a:rPr lang="ko-KR" altLang="en-US" sz="1400" dirty="0"/>
              <a:t>통신으로 디버깅을 가능하게 해주는 가상의 모니터 프로그램</a:t>
            </a:r>
          </a:p>
        </p:txBody>
      </p:sp>
    </p:spTree>
    <p:extLst>
      <p:ext uri="{BB962C8B-B14F-4D97-AF65-F5344CB8AC3E}">
        <p14:creationId xmlns:p14="http://schemas.microsoft.com/office/powerpoint/2010/main" val="229214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351D-1A5A-BB32-C8DB-E35D96886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EE75A0-7D15-D3E5-22D7-AD731FBEC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055" y="3429000"/>
            <a:ext cx="10744200" cy="1188720"/>
          </a:xfrm>
        </p:spPr>
        <p:txBody>
          <a:bodyPr/>
          <a:lstStyle/>
          <a:p>
            <a:r>
              <a:rPr lang="en-US" altLang="ko-KR" dirty="0">
                <a:cs typeface="KoPubWorld돋움체 Bold" panose="00000800000000000000" pitchFamily="2" charset="-127"/>
              </a:rPr>
              <a:t>1. Hardware(PL) Design &amp; Export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82A512-49EC-0BA9-ACD2-DB4DB411B1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0426" y="4023360"/>
            <a:ext cx="10827604" cy="677797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5847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260FE-E212-D5D5-723D-83F206C8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06B622B-C507-5D8A-1C34-E6B9A5A69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572" y="1510922"/>
            <a:ext cx="6345289" cy="4050683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58B0A38-41E2-90D6-1E3B-C00ACCDB26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BE6C4-6F05-C019-E536-C16CD60716A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b="1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F0B3FA-47FB-A22B-3D41-EC2042A491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706" y="1789266"/>
            <a:ext cx="4501697" cy="3063158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371CD66-9FBE-D0F9-3C27-4C10F7592C5A}"/>
              </a:ext>
            </a:extLst>
          </p:cNvPr>
          <p:cNvSpPr/>
          <p:nvPr/>
        </p:nvSpPr>
        <p:spPr>
          <a:xfrm>
            <a:off x="581706" y="1708356"/>
            <a:ext cx="3213546" cy="74971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9FC6A4C-81B1-FB98-DC79-6EB694649A08}"/>
              </a:ext>
            </a:extLst>
          </p:cNvPr>
          <p:cNvSpPr/>
          <p:nvPr/>
        </p:nvSpPr>
        <p:spPr>
          <a:xfrm>
            <a:off x="6031347" y="2305890"/>
            <a:ext cx="697495" cy="26301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F78AF6F-1397-0677-09BD-71E608A0F50A}"/>
              </a:ext>
            </a:extLst>
          </p:cNvPr>
          <p:cNvSpPr/>
          <p:nvPr/>
        </p:nvSpPr>
        <p:spPr>
          <a:xfrm>
            <a:off x="9938327" y="5237018"/>
            <a:ext cx="542860" cy="24156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7968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48DCF-0215-E37D-EEFA-FCD49D1E3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D276DD5-ED6C-9D0C-E7B2-417414B01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904" y="1761515"/>
            <a:ext cx="5956226" cy="4011212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665F243-2E94-A843-7A09-D6019AC2A12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ED497A-DAB3-1833-250A-112C97134CF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7CE963-7E79-D825-C66D-42450A476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70" y="2139610"/>
            <a:ext cx="4848078" cy="3100983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D3EB34B-9CDB-7659-D8B3-1298677BC32A}"/>
              </a:ext>
            </a:extLst>
          </p:cNvPr>
          <p:cNvSpPr/>
          <p:nvPr/>
        </p:nvSpPr>
        <p:spPr>
          <a:xfrm>
            <a:off x="4091823" y="5007078"/>
            <a:ext cx="401520" cy="16468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40C0FBD-C596-4EBA-A8DA-8454A253DE9A}"/>
              </a:ext>
            </a:extLst>
          </p:cNvPr>
          <p:cNvSpPr/>
          <p:nvPr/>
        </p:nvSpPr>
        <p:spPr>
          <a:xfrm>
            <a:off x="758686" y="4173353"/>
            <a:ext cx="588333" cy="26301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CDB05C60-12FC-6A7B-0DC9-97741FE496E6}"/>
              </a:ext>
            </a:extLst>
          </p:cNvPr>
          <p:cNvSpPr/>
          <p:nvPr/>
        </p:nvSpPr>
        <p:spPr>
          <a:xfrm>
            <a:off x="925836" y="3369125"/>
            <a:ext cx="421184" cy="19015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56AF574-680B-27B1-22E6-8E7BCAA31DEC}"/>
              </a:ext>
            </a:extLst>
          </p:cNvPr>
          <p:cNvSpPr/>
          <p:nvPr/>
        </p:nvSpPr>
        <p:spPr>
          <a:xfrm>
            <a:off x="758685" y="2755049"/>
            <a:ext cx="588333" cy="19261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EC3C330-63A7-CEFA-E990-E976435AD99D}"/>
              </a:ext>
            </a:extLst>
          </p:cNvPr>
          <p:cNvSpPr/>
          <p:nvPr/>
        </p:nvSpPr>
        <p:spPr>
          <a:xfrm>
            <a:off x="8851118" y="4173353"/>
            <a:ext cx="560440" cy="26301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DD515B2-00F8-A237-38D7-EC179304CB98}"/>
              </a:ext>
            </a:extLst>
          </p:cNvPr>
          <p:cNvSpPr/>
          <p:nvPr/>
        </p:nvSpPr>
        <p:spPr>
          <a:xfrm>
            <a:off x="5943152" y="3483933"/>
            <a:ext cx="817865" cy="26301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9154284-676A-CE5C-4742-6D41D86CA69B}"/>
              </a:ext>
            </a:extLst>
          </p:cNvPr>
          <p:cNvSpPr/>
          <p:nvPr/>
        </p:nvSpPr>
        <p:spPr>
          <a:xfrm>
            <a:off x="8975808" y="4806042"/>
            <a:ext cx="560440" cy="26301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8032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7F0BD-A53C-D36C-7E36-F6CA843A3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8810BDD-8486-6A78-D3C9-A36DEF91B2C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D98D40-271C-5594-8AA3-85B4033DDD2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D4089A-41A6-F05B-CAE5-685D8BF59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44" y="1795097"/>
            <a:ext cx="5330788" cy="3908889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51126D-5C54-B444-0B07-3326DEC849BB}"/>
              </a:ext>
            </a:extLst>
          </p:cNvPr>
          <p:cNvSpPr/>
          <p:nvPr/>
        </p:nvSpPr>
        <p:spPr>
          <a:xfrm>
            <a:off x="4860527" y="2484845"/>
            <a:ext cx="274891" cy="19015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46E81F0-8CEB-0CCE-6A3D-E850AC329960}"/>
              </a:ext>
            </a:extLst>
          </p:cNvPr>
          <p:cNvSpPr/>
          <p:nvPr/>
        </p:nvSpPr>
        <p:spPr>
          <a:xfrm>
            <a:off x="3973836" y="2984441"/>
            <a:ext cx="421184" cy="19015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F4506CB-722B-37D0-B423-2ED78AF7C07D}"/>
              </a:ext>
            </a:extLst>
          </p:cNvPr>
          <p:cNvSpPr/>
          <p:nvPr/>
        </p:nvSpPr>
        <p:spPr>
          <a:xfrm>
            <a:off x="3698589" y="3174593"/>
            <a:ext cx="1161938" cy="19015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C71BFE-C150-1453-A4D7-E85D6C75AE48}"/>
              </a:ext>
            </a:extLst>
          </p:cNvPr>
          <p:cNvSpPr txBox="1"/>
          <p:nvPr/>
        </p:nvSpPr>
        <p:spPr>
          <a:xfrm>
            <a:off x="4180273" y="341323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더블클릭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E2F09E-2631-DD8A-5546-7676FB1C4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3" y="1234365"/>
            <a:ext cx="5533139" cy="28632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25BFC15-26A7-85E1-0F64-3E4E9F1DDA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954" y="3079517"/>
            <a:ext cx="4720213" cy="3410366"/>
          </a:xfrm>
          <a:prstGeom prst="rect">
            <a:avLst/>
          </a:prstGeom>
        </p:spPr>
      </p:pic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4E1FF26-370C-9CAC-DB36-E999B9097FEA}"/>
              </a:ext>
            </a:extLst>
          </p:cNvPr>
          <p:cNvSpPr/>
          <p:nvPr/>
        </p:nvSpPr>
        <p:spPr>
          <a:xfrm>
            <a:off x="9298615" y="1676666"/>
            <a:ext cx="870621" cy="19831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1CCAEFCF-5559-1EAA-32F0-B629D6B990F3}"/>
              </a:ext>
            </a:extLst>
          </p:cNvPr>
          <p:cNvSpPr/>
          <p:nvPr/>
        </p:nvSpPr>
        <p:spPr>
          <a:xfrm>
            <a:off x="10868799" y="6243783"/>
            <a:ext cx="445745" cy="19991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7014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EA30D-75EC-8192-19B2-3AB828BE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080492-B7D6-F27E-A185-1B20B4703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1A953-4108-A783-705F-0895F50281F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971807F-3801-4542-A9BF-0B481553A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30" y="2514600"/>
            <a:ext cx="4248150" cy="1828800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CD9275-19C5-4EBA-B8B3-9B5016D4548B}"/>
              </a:ext>
            </a:extLst>
          </p:cNvPr>
          <p:cNvSpPr/>
          <p:nvPr/>
        </p:nvSpPr>
        <p:spPr>
          <a:xfrm>
            <a:off x="834830" y="2723262"/>
            <a:ext cx="2842888" cy="141147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223D2C-4FB9-486D-981F-CB09326918C8}"/>
              </a:ext>
            </a:extLst>
          </p:cNvPr>
          <p:cNvSpPr txBox="1"/>
          <p:nvPr/>
        </p:nvSpPr>
        <p:spPr>
          <a:xfrm>
            <a:off x="2880549" y="418273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더블클릭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353313B-E35C-4548-A6D3-A877B53D7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389" y="1195678"/>
            <a:ext cx="5684227" cy="45073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99D439F-B87A-4885-9E61-BBDF1B33B230}"/>
              </a:ext>
            </a:extLst>
          </p:cNvPr>
          <p:cNvSpPr txBox="1"/>
          <p:nvPr/>
        </p:nvSpPr>
        <p:spPr>
          <a:xfrm>
            <a:off x="5677676" y="5477656"/>
            <a:ext cx="3283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UART1</a:t>
            </a:r>
            <a:r>
              <a:rPr lang="ko-KR" altLang="en-US" dirty="0">
                <a:solidFill>
                  <a:srgbClr val="FF0000"/>
                </a:solidFill>
              </a:rPr>
              <a:t> 만 선택하고 모두 해제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3921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EA30D-75EC-8192-19B2-3AB828BE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080492-B7D6-F27E-A185-1B20B4703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1A953-4108-A783-705F-0895F50281F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C9D4D5-A86F-4AE9-A07E-52FF6E279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143" y="1234365"/>
            <a:ext cx="9033714" cy="512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976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EA30D-75EC-8192-19B2-3AB828BE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080492-B7D6-F27E-A185-1B20B4703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1A953-4108-A783-705F-0895F50281F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208BF3E-5CB5-453D-8556-D2A589416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611" y="1273051"/>
            <a:ext cx="7993540" cy="50405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50B431-5216-465E-9BC4-F26228CC6D50}"/>
              </a:ext>
            </a:extLst>
          </p:cNvPr>
          <p:cNvSpPr txBox="1"/>
          <p:nvPr/>
        </p:nvSpPr>
        <p:spPr>
          <a:xfrm>
            <a:off x="4088027" y="3793307"/>
            <a:ext cx="3283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UART1</a:t>
            </a:r>
            <a:r>
              <a:rPr lang="ko-KR" altLang="en-US" dirty="0">
                <a:solidFill>
                  <a:srgbClr val="FF0000"/>
                </a:solidFill>
              </a:rPr>
              <a:t> 만 선택하고 모두 해제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8961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EA30D-75EC-8192-19B2-3AB828BE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080492-B7D6-F27E-A185-1B20B4703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1A953-4108-A783-705F-0895F50281F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D3C398-8127-48E2-BB34-73F6397D6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002" y="1245152"/>
            <a:ext cx="8274894" cy="52179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A4C32C-256D-409E-B8E0-A9611B1CA9F2}"/>
              </a:ext>
            </a:extLst>
          </p:cNvPr>
          <p:cNvSpPr txBox="1"/>
          <p:nvPr/>
        </p:nvSpPr>
        <p:spPr>
          <a:xfrm>
            <a:off x="5894768" y="4872056"/>
            <a:ext cx="29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PL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Fabric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Clocks</a:t>
            </a:r>
            <a:r>
              <a:rPr lang="ko-KR" altLang="en-US" dirty="0">
                <a:solidFill>
                  <a:srgbClr val="FF0000"/>
                </a:solidFill>
              </a:rPr>
              <a:t> 모두 해제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4755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EA30D-75EC-8192-19B2-3AB828BE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080492-B7D6-F27E-A185-1B20B4703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1A953-4108-A783-705F-0895F50281F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A2DCA4-EA27-4AF2-83EB-B9E603A3A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12" y="1698948"/>
            <a:ext cx="6709986" cy="3460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D07852-B5FD-40FE-867D-F13895CB93C6}"/>
              </a:ext>
            </a:extLst>
          </p:cNvPr>
          <p:cNvSpPr txBox="1"/>
          <p:nvPr/>
        </p:nvSpPr>
        <p:spPr>
          <a:xfrm>
            <a:off x="3134668" y="1676013"/>
            <a:ext cx="350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17250-E9AC-4735-A9A9-5753E3531CA6}"/>
              </a:ext>
            </a:extLst>
          </p:cNvPr>
          <p:cNvSpPr txBox="1"/>
          <p:nvPr/>
        </p:nvSpPr>
        <p:spPr>
          <a:xfrm>
            <a:off x="2722711" y="1680388"/>
            <a:ext cx="350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②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9B2CAA0-EBBF-4C37-B4C5-DC35FFB26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803" y="906512"/>
            <a:ext cx="4128440" cy="113032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7C569D0-6A25-4650-99B0-594925C2E4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548" y="1851908"/>
            <a:ext cx="3648196" cy="235060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B78954B-F40F-49A1-836E-CA80D747B2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7010" y="4221620"/>
            <a:ext cx="4217914" cy="9601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D9EA5DA-C0BE-44CC-808C-3BC95CDC86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3682" y="5395058"/>
            <a:ext cx="3541264" cy="978600"/>
          </a:xfrm>
          <a:prstGeom prst="rect">
            <a:avLst/>
          </a:prstGeom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C3880E1-E19F-4CB8-A3FB-8F515EB1D568}"/>
              </a:ext>
            </a:extLst>
          </p:cNvPr>
          <p:cNvCxnSpPr/>
          <p:nvPr/>
        </p:nvCxnSpPr>
        <p:spPr>
          <a:xfrm>
            <a:off x="11601450" y="1864519"/>
            <a:ext cx="0" cy="4179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8624355-49DE-4128-80FC-85A9D84BD15F}"/>
              </a:ext>
            </a:extLst>
          </p:cNvPr>
          <p:cNvSpPr txBox="1"/>
          <p:nvPr/>
        </p:nvSpPr>
        <p:spPr>
          <a:xfrm>
            <a:off x="475000" y="5177611"/>
            <a:ext cx="6925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툴의 오류로 인해 </a:t>
            </a:r>
            <a:r>
              <a:rPr lang="en-US" altLang="ko-KR" dirty="0">
                <a:solidFill>
                  <a:srgbClr val="FF0000"/>
                </a:solidFill>
              </a:rPr>
              <a:t>“Critical Message”</a:t>
            </a:r>
            <a:r>
              <a:rPr lang="ko-KR" altLang="en-US" dirty="0">
                <a:solidFill>
                  <a:srgbClr val="FF0000"/>
                </a:solidFill>
              </a:rPr>
              <a:t>가 뜨면</a:t>
            </a:r>
            <a:r>
              <a:rPr lang="en-US" altLang="ko-KR" dirty="0">
                <a:solidFill>
                  <a:srgbClr val="FF0000"/>
                </a:solidFill>
              </a:rPr>
              <a:t>, ①</a:t>
            </a:r>
            <a:r>
              <a:rPr lang="ko-KR" altLang="en-US" dirty="0">
                <a:solidFill>
                  <a:srgbClr val="FF0000"/>
                </a:solidFill>
              </a:rPr>
              <a:t>과</a:t>
            </a:r>
            <a:r>
              <a:rPr lang="en-US" altLang="ko-KR" dirty="0">
                <a:solidFill>
                  <a:srgbClr val="FF0000"/>
                </a:solidFill>
              </a:rPr>
              <a:t> ②</a:t>
            </a:r>
            <a:r>
              <a:rPr lang="ko-KR" altLang="en-US" dirty="0">
                <a:solidFill>
                  <a:srgbClr val="FF0000"/>
                </a:solidFill>
              </a:rPr>
              <a:t>를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다시 수행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6BFA65D-207F-4D82-BA00-744F1FB0F39C}"/>
              </a:ext>
            </a:extLst>
          </p:cNvPr>
          <p:cNvSpPr/>
          <p:nvPr/>
        </p:nvSpPr>
        <p:spPr>
          <a:xfrm>
            <a:off x="9016130" y="3787012"/>
            <a:ext cx="816087" cy="33410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410FED6-0211-44BF-9185-4D14A97EEAA4}"/>
              </a:ext>
            </a:extLst>
          </p:cNvPr>
          <p:cNvSpPr/>
          <p:nvPr/>
        </p:nvSpPr>
        <p:spPr>
          <a:xfrm>
            <a:off x="8041915" y="4813804"/>
            <a:ext cx="1216385" cy="34524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C4EA3DE-57FA-4762-A410-E2D7FEBAF0D8}"/>
              </a:ext>
            </a:extLst>
          </p:cNvPr>
          <p:cNvSpPr/>
          <p:nvPr/>
        </p:nvSpPr>
        <p:spPr>
          <a:xfrm>
            <a:off x="9351604" y="6015421"/>
            <a:ext cx="671078" cy="29048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6873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B869A-020B-BE48-46BE-B65A0995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3E814AAD-0E85-77A6-04ED-AF81FEA09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07246"/>
            <a:ext cx="5941677" cy="3700627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111E13D-E1BB-E916-05A6-FFD6EC9CF0F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54D822-CAD8-8D6F-0FE7-D0F18F354A76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DE9721-1BB9-2F12-53D1-EF5811335A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911" y="1471134"/>
            <a:ext cx="4850726" cy="304112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7F86EDA-FE1C-6629-7B0E-13664D708C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9935" y="3897185"/>
            <a:ext cx="4025883" cy="2308605"/>
          </a:xfrm>
          <a:prstGeom prst="rect">
            <a:avLst/>
          </a:prstGeom>
        </p:spPr>
      </p:pic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38543C4-EAD8-CF7F-D0B4-0E58C8134BE9}"/>
              </a:ext>
            </a:extLst>
          </p:cNvPr>
          <p:cNvSpPr/>
          <p:nvPr/>
        </p:nvSpPr>
        <p:spPr>
          <a:xfrm>
            <a:off x="2671304" y="3323381"/>
            <a:ext cx="1241273" cy="29014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54F342-DAD9-4951-5470-0BD9A43AC8A0}"/>
              </a:ext>
            </a:extLst>
          </p:cNvPr>
          <p:cNvSpPr txBox="1"/>
          <p:nvPr/>
        </p:nvSpPr>
        <p:spPr>
          <a:xfrm>
            <a:off x="2528756" y="223791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F0000"/>
                </a:solidFill>
              </a:rPr>
              <a:t>우클릭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ED2812B-7444-12A1-13A7-D4A97CF2AA87}"/>
              </a:ext>
            </a:extLst>
          </p:cNvPr>
          <p:cNvSpPr/>
          <p:nvPr/>
        </p:nvSpPr>
        <p:spPr>
          <a:xfrm>
            <a:off x="4123593" y="5802202"/>
            <a:ext cx="723901" cy="29014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0ABC967-20AD-5BFB-30DA-6918D9D1519F}"/>
              </a:ext>
            </a:extLst>
          </p:cNvPr>
          <p:cNvSpPr/>
          <p:nvPr/>
        </p:nvSpPr>
        <p:spPr>
          <a:xfrm>
            <a:off x="2227749" y="5386866"/>
            <a:ext cx="2356339" cy="21195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D78DCF6-051F-863D-13B9-8DF83D308BDE}"/>
              </a:ext>
            </a:extLst>
          </p:cNvPr>
          <p:cNvSpPr/>
          <p:nvPr/>
        </p:nvSpPr>
        <p:spPr>
          <a:xfrm>
            <a:off x="7045570" y="3050528"/>
            <a:ext cx="1632438" cy="56300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AF8A36-DCE6-A2CE-E482-166C08AC5AE3}"/>
              </a:ext>
            </a:extLst>
          </p:cNvPr>
          <p:cNvSpPr txBox="1"/>
          <p:nvPr/>
        </p:nvSpPr>
        <p:spPr>
          <a:xfrm>
            <a:off x="8000502" y="2607246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.v </a:t>
            </a:r>
            <a:r>
              <a:rPr lang="ko-KR" altLang="en-US" dirty="0">
                <a:solidFill>
                  <a:srgbClr val="FF0000"/>
                </a:solidFill>
              </a:rPr>
              <a:t>파일로 바뀜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FACE945-6866-C571-BCD5-FDB7852E4066}"/>
              </a:ext>
            </a:extLst>
          </p:cNvPr>
          <p:cNvSpPr/>
          <p:nvPr/>
        </p:nvSpPr>
        <p:spPr>
          <a:xfrm>
            <a:off x="6188491" y="4817197"/>
            <a:ext cx="821911" cy="16987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81FA8BD-2028-5672-434A-BFFD9E07A0D0}"/>
              </a:ext>
            </a:extLst>
          </p:cNvPr>
          <p:cNvCxnSpPr>
            <a:cxnSpLocks/>
          </p:cNvCxnSpPr>
          <p:nvPr/>
        </p:nvCxnSpPr>
        <p:spPr>
          <a:xfrm flipH="1">
            <a:off x="6937131" y="3780692"/>
            <a:ext cx="553915" cy="94957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8B019C1-AC33-7266-1C2A-F26FDE7A6818}"/>
              </a:ext>
            </a:extLst>
          </p:cNvPr>
          <p:cNvSpPr txBox="1"/>
          <p:nvPr/>
        </p:nvSpPr>
        <p:spPr>
          <a:xfrm>
            <a:off x="6567757" y="502132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클릭</a:t>
            </a:r>
            <a:endParaRPr lang="en-US" altLang="ko-K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92616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8959C-7325-1BC7-A196-5C6B9C7B5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D36F9F4-35E1-5FF5-1FDE-6626DB8A4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534" y="1764005"/>
            <a:ext cx="6799120" cy="407365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6A08858-3B57-8286-BCAB-02B61A12A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974" y="3614404"/>
            <a:ext cx="2949195" cy="2689210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AA0D003-CF4E-C39A-163F-20EFF95951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4E4A4F-C77C-C2EE-C35A-01B13E03A62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26DD145-38AC-F713-0E65-A8663A834FB0}"/>
              </a:ext>
            </a:extLst>
          </p:cNvPr>
          <p:cNvSpPr/>
          <p:nvPr/>
        </p:nvSpPr>
        <p:spPr>
          <a:xfrm>
            <a:off x="573434" y="5442438"/>
            <a:ext cx="754204" cy="14067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7DC21A2-F00C-7C3D-3780-47DDBBA096D0}"/>
              </a:ext>
            </a:extLst>
          </p:cNvPr>
          <p:cNvSpPr/>
          <p:nvPr/>
        </p:nvSpPr>
        <p:spPr>
          <a:xfrm>
            <a:off x="10546842" y="5864201"/>
            <a:ext cx="804027" cy="34613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8D2C7BB-A6FD-1848-F880-C5B1463F78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1631" y="5121500"/>
            <a:ext cx="4234088" cy="13276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9781933-B22F-255C-66A7-E22F3B9C5B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5726" y="993799"/>
            <a:ext cx="3140889" cy="2431656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559B0E5-8491-1EA3-0DA3-512214305878}"/>
              </a:ext>
            </a:extLst>
          </p:cNvPr>
          <p:cNvSpPr/>
          <p:nvPr/>
        </p:nvSpPr>
        <p:spPr>
          <a:xfrm>
            <a:off x="9337430" y="3009523"/>
            <a:ext cx="617971" cy="34613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3AA83B9-28D9-BC43-0C4C-3C14C7F91B41}"/>
              </a:ext>
            </a:extLst>
          </p:cNvPr>
          <p:cNvSpPr/>
          <p:nvPr/>
        </p:nvSpPr>
        <p:spPr>
          <a:xfrm>
            <a:off x="4220309" y="6032760"/>
            <a:ext cx="680232" cy="34613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9267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97833-C7E3-B211-C9A7-9860BDA2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2C353DA-2679-8C68-D3F6-BB843E2AE5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B5031D-7037-3C55-5E22-C2681736191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FAEDFE-73B8-706B-604F-E5CDE68F8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03" y="1960685"/>
            <a:ext cx="3182067" cy="367805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6B3BC12-0BDD-D100-BC0D-9D4507464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7026" y="1662977"/>
            <a:ext cx="5039350" cy="4273471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A15B8B5-B93E-FE63-972D-E56E3E40BB4E}"/>
              </a:ext>
            </a:extLst>
          </p:cNvPr>
          <p:cNvSpPr/>
          <p:nvPr/>
        </p:nvSpPr>
        <p:spPr>
          <a:xfrm>
            <a:off x="2692381" y="4044461"/>
            <a:ext cx="1000388" cy="18463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3071195-36FA-05CE-E864-E66C4B5B2FDF}"/>
              </a:ext>
            </a:extLst>
          </p:cNvPr>
          <p:cNvSpPr/>
          <p:nvPr/>
        </p:nvSpPr>
        <p:spPr>
          <a:xfrm>
            <a:off x="8665289" y="5621158"/>
            <a:ext cx="636973" cy="24941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4682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59DC-875E-6E58-CBFE-0422CAC5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AA05E2A-9AE7-0F06-FB8B-AB5429FD776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A0D29A-1BA8-72FE-0186-363B3DDFA98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1279C8-E889-F74B-61F4-76386798C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35" y="1509712"/>
            <a:ext cx="5265511" cy="448643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32F21B7-2524-1C67-1C95-CDE9D8178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697" y="989678"/>
            <a:ext cx="5382376" cy="189574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6A15DAB-41A4-B4DA-B6FC-2441BFAEB0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7334" y="2973385"/>
            <a:ext cx="4121649" cy="3510253"/>
          </a:xfrm>
          <a:prstGeom prst="rect">
            <a:avLst/>
          </a:prstGeom>
        </p:spPr>
      </p:pic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71760BC-73C6-415C-6AF1-401271DF5509}"/>
              </a:ext>
            </a:extLst>
          </p:cNvPr>
          <p:cNvSpPr/>
          <p:nvPr/>
        </p:nvSpPr>
        <p:spPr>
          <a:xfrm>
            <a:off x="3799959" y="5627076"/>
            <a:ext cx="640156" cy="254978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E278D63-60FA-4998-863A-7090E3AA6087}"/>
              </a:ext>
            </a:extLst>
          </p:cNvPr>
          <p:cNvSpPr/>
          <p:nvPr/>
        </p:nvSpPr>
        <p:spPr>
          <a:xfrm>
            <a:off x="7552144" y="2395758"/>
            <a:ext cx="668663" cy="35623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79D3BA0-3223-8914-DE04-8900EE31E6AE}"/>
              </a:ext>
            </a:extLst>
          </p:cNvPr>
          <p:cNvSpPr/>
          <p:nvPr/>
        </p:nvSpPr>
        <p:spPr>
          <a:xfrm>
            <a:off x="9605813" y="6202072"/>
            <a:ext cx="505341" cy="18993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66EDC11-DFED-D6F2-1B40-4BE0EE56DE3C}"/>
              </a:ext>
            </a:extLst>
          </p:cNvPr>
          <p:cNvSpPr/>
          <p:nvPr/>
        </p:nvSpPr>
        <p:spPr>
          <a:xfrm>
            <a:off x="7612889" y="3690404"/>
            <a:ext cx="766180" cy="19579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6317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C4226-AA5C-6E0D-9456-56F4996A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DDC9F9D-0E71-4604-BF7D-CC8278AE444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DC18EE-E542-CC82-B0C6-EC459EB1AD6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0227F8A-722F-C953-E00F-FEF5BFA91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635" y="1666854"/>
            <a:ext cx="4307797" cy="3664103"/>
          </a:xfrm>
          <a:prstGeom prst="rect">
            <a:avLst/>
          </a:prstGeom>
        </p:spPr>
      </p:pic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301578F-8D2F-8B3B-9B0D-979E2457953B}"/>
              </a:ext>
            </a:extLst>
          </p:cNvPr>
          <p:cNvSpPr/>
          <p:nvPr/>
        </p:nvSpPr>
        <p:spPr>
          <a:xfrm>
            <a:off x="4095165" y="4997712"/>
            <a:ext cx="573550" cy="254978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33B75C3-A272-465D-A71F-5625D068F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1796" y="1666854"/>
            <a:ext cx="5693569" cy="30762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7C949FB-98C0-4F17-8899-A29E810A2315}"/>
              </a:ext>
            </a:extLst>
          </p:cNvPr>
          <p:cNvSpPr txBox="1"/>
          <p:nvPr/>
        </p:nvSpPr>
        <p:spPr>
          <a:xfrm>
            <a:off x="5502450" y="4170341"/>
            <a:ext cx="61847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Hardware</a:t>
            </a:r>
            <a:r>
              <a:rPr lang="ko-KR" altLang="en-US" sz="1200" dirty="0">
                <a:solidFill>
                  <a:srgbClr val="FF0000"/>
                </a:solidFill>
              </a:rPr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Wrapper</a:t>
            </a:r>
            <a:r>
              <a:rPr lang="ko-KR" altLang="en-US" sz="1200" dirty="0">
                <a:solidFill>
                  <a:srgbClr val="FF0000"/>
                </a:solidFill>
              </a:rPr>
              <a:t>가 정상적으로 </a:t>
            </a:r>
            <a:r>
              <a:rPr lang="en-US" altLang="ko-KR" sz="1200" dirty="0">
                <a:solidFill>
                  <a:srgbClr val="FF0000"/>
                </a:solidFill>
              </a:rPr>
              <a:t>Export</a:t>
            </a:r>
            <a:r>
              <a:rPr lang="ko-KR" altLang="en-US" sz="1200" dirty="0">
                <a:solidFill>
                  <a:srgbClr val="FF0000"/>
                </a:solidFill>
              </a:rPr>
              <a:t>되면</a:t>
            </a:r>
            <a:r>
              <a:rPr lang="en-US" altLang="ko-KR" sz="1200" dirty="0">
                <a:solidFill>
                  <a:srgbClr val="FF0000"/>
                </a:solidFill>
              </a:rPr>
              <a:t>, </a:t>
            </a:r>
            <a:r>
              <a:rPr lang="ko-KR" altLang="en-US" sz="1200" dirty="0">
                <a:solidFill>
                  <a:srgbClr val="FF0000"/>
                </a:solidFill>
              </a:rPr>
              <a:t>프로젝트 디렉토리 내에 </a:t>
            </a:r>
            <a:r>
              <a:rPr lang="en-US" altLang="ko-KR" sz="1200" dirty="0">
                <a:solidFill>
                  <a:srgbClr val="FF0000"/>
                </a:solidFill>
              </a:rPr>
              <a:t>“.</a:t>
            </a:r>
            <a:r>
              <a:rPr lang="en-US" altLang="ko-KR" sz="1200" dirty="0" err="1">
                <a:solidFill>
                  <a:srgbClr val="FF0000"/>
                </a:solidFill>
              </a:rPr>
              <a:t>xsa</a:t>
            </a:r>
            <a:r>
              <a:rPr lang="en-US" altLang="ko-KR" sz="1200" dirty="0">
                <a:solidFill>
                  <a:srgbClr val="FF0000"/>
                </a:solidFill>
              </a:rPr>
              <a:t>”</a:t>
            </a:r>
            <a:r>
              <a:rPr lang="ko-KR" altLang="en-US" sz="1200" dirty="0">
                <a:solidFill>
                  <a:srgbClr val="FF0000"/>
                </a:solidFill>
              </a:rPr>
              <a:t>파일이 생성됨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2776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C4226-AA5C-6E0D-9456-56F4996A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DDC9F9D-0E71-4604-BF7D-CC8278AE444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DC18EE-E542-CC82-B0C6-EC459EB1AD6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147BD1"/>
                </a:solidFill>
              </a:rPr>
              <a:t>1. </a:t>
            </a:r>
            <a:r>
              <a:rPr lang="en-US" altLang="ko-KR" sz="2000" dirty="0">
                <a:solidFill>
                  <a:srgbClr val="147BD1"/>
                </a:solidFill>
              </a:rPr>
              <a:t>Hardware(PL)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5706F2-2055-4965-BEBD-E50B8F030AB2}"/>
              </a:ext>
            </a:extLst>
          </p:cNvPr>
          <p:cNvSpPr txBox="1"/>
          <p:nvPr/>
        </p:nvSpPr>
        <p:spPr>
          <a:xfrm>
            <a:off x="714374" y="3059668"/>
            <a:ext cx="54506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📌 </a:t>
            </a:r>
            <a:r>
              <a:rPr lang="en-US" altLang="ko-KR" sz="1400" dirty="0">
                <a:hlinkClick r:id="rId3"/>
              </a:rPr>
              <a:t>https://github.com/siliconground/SoC_301/blob/main/2_GROUND_WORK/2_PS_BASIC/3_HW_WRAPPER_SAMPLE.zip</a:t>
            </a:r>
            <a:r>
              <a:rPr lang="en-US" altLang="ko-KR" sz="1400" dirty="0"/>
              <a:t>  </a:t>
            </a:r>
            <a:endParaRPr lang="ko-KR" altLang="en-US" sz="1400" dirty="0"/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5030908A-70C1-44E9-A5A7-C0AB9986B0B9}"/>
              </a:ext>
            </a:extLst>
          </p:cNvPr>
          <p:cNvSpPr/>
          <p:nvPr/>
        </p:nvSpPr>
        <p:spPr>
          <a:xfrm>
            <a:off x="6465094" y="3429000"/>
            <a:ext cx="328612" cy="3071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F0AC1E-5085-4C34-A763-FEB31A5773D4}"/>
              </a:ext>
            </a:extLst>
          </p:cNvPr>
          <p:cNvSpPr txBox="1"/>
          <p:nvPr/>
        </p:nvSpPr>
        <p:spPr>
          <a:xfrm>
            <a:off x="7359825" y="3459182"/>
            <a:ext cx="3712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🎁 이후</a:t>
            </a:r>
            <a:r>
              <a:rPr lang="en-US" sz="1200" dirty="0">
                <a:solidFill>
                  <a:srgbClr val="FF0000"/>
                </a:solidFill>
              </a:rPr>
              <a:t> PS </a:t>
            </a:r>
            <a:r>
              <a:rPr lang="ko-KR" altLang="en-US" sz="1200" dirty="0">
                <a:solidFill>
                  <a:srgbClr val="FF0000"/>
                </a:solidFill>
              </a:rPr>
              <a:t>프로젝트에서 재활용</a:t>
            </a:r>
            <a:r>
              <a:rPr lang="en-US" altLang="ko-KR" sz="1200" dirty="0">
                <a:solidFill>
                  <a:srgbClr val="FF0000"/>
                </a:solidFill>
              </a:rPr>
              <a:t>/</a:t>
            </a:r>
            <a:r>
              <a:rPr lang="ko-KR" altLang="en-US" sz="1200" dirty="0">
                <a:solidFill>
                  <a:srgbClr val="FF0000"/>
                </a:solidFill>
              </a:rPr>
              <a:t>수정하여 사용할</a:t>
            </a:r>
            <a:r>
              <a:rPr lang="en-US" altLang="ko-KR" sz="1200" dirty="0">
                <a:solidFill>
                  <a:srgbClr val="FF0000"/>
                </a:solidFill>
              </a:rPr>
              <a:t> Sample HW Wrapper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860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8EB0B-4B31-0D71-9F80-80BB59692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DD53A-D43D-4013-65B6-54F02B14C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055" y="3429000"/>
            <a:ext cx="10744200" cy="1188720"/>
          </a:xfrm>
        </p:spPr>
        <p:txBody>
          <a:bodyPr/>
          <a:lstStyle/>
          <a:p>
            <a:r>
              <a:rPr lang="en-US" altLang="ko-KR" dirty="0">
                <a:cs typeface="KoPubWorld돋움체 Bold" panose="00000800000000000000" pitchFamily="2" charset="-127"/>
              </a:rPr>
              <a:t>2. Software(PS) Design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342ED-CD0C-D696-70C8-D3BC79A42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0426" y="4023360"/>
            <a:ext cx="10827604" cy="677797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976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60C77-118A-D73C-42BB-8802109DC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A2AF5A-D7B4-44DE-F9B2-D4A5BB5A79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BBE7C4-8388-F09E-C22A-5E506B74C01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B2B441-2A65-7349-CF5E-CBF6BBEFE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8" y="1748064"/>
            <a:ext cx="5766419" cy="3361871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BAD5F6A-BD21-14CD-F5DD-BD53708ADF24}"/>
              </a:ext>
            </a:extLst>
          </p:cNvPr>
          <p:cNvSpPr/>
          <p:nvPr/>
        </p:nvSpPr>
        <p:spPr>
          <a:xfrm>
            <a:off x="2349341" y="3891529"/>
            <a:ext cx="972306" cy="24470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F0BB1A-1F2F-4C5B-9CBC-81F10C686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611" y="1748064"/>
            <a:ext cx="4315739" cy="3410185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9663641-B9E9-4086-88E7-A7220D86C4C9}"/>
              </a:ext>
            </a:extLst>
          </p:cNvPr>
          <p:cNvSpPr/>
          <p:nvPr/>
        </p:nvSpPr>
        <p:spPr>
          <a:xfrm>
            <a:off x="9367956" y="4953095"/>
            <a:ext cx="549401" cy="20515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721380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1BB5-F264-9007-EA62-64B2196D8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49A78BA-1214-97AF-E9D8-5319BDA7D1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036063-FF2B-054A-B1FA-A924A1C9715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60F5C8-ABB5-F522-DAA3-71DC995A22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66" t="41776"/>
          <a:stretch>
            <a:fillRect/>
          </a:stretch>
        </p:blipFill>
        <p:spPr>
          <a:xfrm>
            <a:off x="5905339" y="1023350"/>
            <a:ext cx="4759247" cy="1916680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8CE8DB8-17BA-3390-4EC4-2C209C9DF52F}"/>
              </a:ext>
            </a:extLst>
          </p:cNvPr>
          <p:cNvSpPr/>
          <p:nvPr/>
        </p:nvSpPr>
        <p:spPr>
          <a:xfrm>
            <a:off x="5905338" y="1420432"/>
            <a:ext cx="2948515" cy="23408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5404B02-F950-E538-134A-C77BAB0E70BC}"/>
              </a:ext>
            </a:extLst>
          </p:cNvPr>
          <p:cNvSpPr/>
          <p:nvPr/>
        </p:nvSpPr>
        <p:spPr>
          <a:xfrm>
            <a:off x="9677892" y="2689309"/>
            <a:ext cx="477224" cy="19888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6A97F0-76CA-49FD-A7BC-2AB54C26C5E1}"/>
              </a:ext>
            </a:extLst>
          </p:cNvPr>
          <p:cNvSpPr txBox="1"/>
          <p:nvPr/>
        </p:nvSpPr>
        <p:spPr>
          <a:xfrm>
            <a:off x="5996836" y="1835608"/>
            <a:ext cx="46677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HW(PL)</a:t>
            </a:r>
            <a:r>
              <a:rPr lang="ko-KR" altLang="en-US" sz="1200" dirty="0">
                <a:solidFill>
                  <a:srgbClr val="FF0000"/>
                </a:solidFill>
              </a:rPr>
              <a:t> 디렉토리에 생성된 </a:t>
            </a:r>
            <a:r>
              <a:rPr lang="en-US" altLang="ko-KR" sz="1200" dirty="0">
                <a:solidFill>
                  <a:srgbClr val="FF0000"/>
                </a:solidFill>
              </a:rPr>
              <a:t>Hardware Wrapper(.</a:t>
            </a:r>
            <a:r>
              <a:rPr lang="en-US" altLang="ko-KR" sz="1200" dirty="0" err="1">
                <a:solidFill>
                  <a:srgbClr val="FF0000"/>
                </a:solidFill>
              </a:rPr>
              <a:t>xsa</a:t>
            </a:r>
            <a:r>
              <a:rPr lang="en-US" altLang="ko-KR" sz="1200" dirty="0">
                <a:solidFill>
                  <a:srgbClr val="FF0000"/>
                </a:solidFill>
              </a:rPr>
              <a:t>)</a:t>
            </a:r>
            <a:r>
              <a:rPr lang="ko-KR" altLang="en-US" sz="1200" dirty="0">
                <a:solidFill>
                  <a:srgbClr val="FF0000"/>
                </a:solidFill>
              </a:rPr>
              <a:t>를 불러온다</a:t>
            </a:r>
            <a:endParaRPr lang="en-US" sz="1200" dirty="0">
              <a:solidFill>
                <a:srgbClr val="FF0000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C32FD30-AED5-4DBE-AB03-C7081AED9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64" y="1560909"/>
            <a:ext cx="4728302" cy="373618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5FA243F-2E65-4CD1-8CEB-B3CB2A6A6C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337" y="3040534"/>
            <a:ext cx="4759247" cy="3760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8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71A3A-23AA-FB59-3737-1A877A6A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BE49DE4-8FD5-0ECC-2AB0-66AB8EBF852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22354-93CD-93AE-8681-56D7A410F73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07B4C8A-AD41-459D-A2C7-FB1557D3D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08" y="1234366"/>
            <a:ext cx="6459084" cy="5103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DA3C017-03BC-4188-898D-08F737ADA9F2}"/>
              </a:ext>
            </a:extLst>
          </p:cNvPr>
          <p:cNvSpPr txBox="1"/>
          <p:nvPr/>
        </p:nvSpPr>
        <p:spPr>
          <a:xfrm>
            <a:off x="7279831" y="3761475"/>
            <a:ext cx="43734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Zynq</a:t>
            </a:r>
            <a:r>
              <a:rPr lang="ko-KR" altLang="en-US" sz="1200" dirty="0">
                <a:solidFill>
                  <a:srgbClr val="FF0000"/>
                </a:solidFill>
              </a:rPr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Processor</a:t>
            </a:r>
            <a:r>
              <a:rPr lang="ko-KR" altLang="en-US" sz="1200" dirty="0">
                <a:solidFill>
                  <a:srgbClr val="FF0000"/>
                </a:solidFill>
              </a:rPr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ARM</a:t>
            </a:r>
            <a:r>
              <a:rPr lang="ko-KR" altLang="en-US" sz="1200" dirty="0">
                <a:solidFill>
                  <a:srgbClr val="FF0000"/>
                </a:solidFill>
              </a:rPr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IP</a:t>
            </a:r>
            <a:r>
              <a:rPr lang="ko-KR" altLang="en-US" sz="1200" dirty="0">
                <a:solidFill>
                  <a:srgbClr val="FF0000"/>
                </a:solidFill>
              </a:rPr>
              <a:t>를 하나만 불러왔으므로 </a:t>
            </a:r>
            <a:r>
              <a:rPr lang="en-US" altLang="ko-KR" sz="1200" dirty="0">
                <a:solidFill>
                  <a:srgbClr val="FF0000"/>
                </a:solidFill>
              </a:rPr>
              <a:t>PS</a:t>
            </a:r>
            <a:r>
              <a:rPr lang="ko-KR" altLang="en-US" sz="1200" dirty="0">
                <a:solidFill>
                  <a:srgbClr val="FF0000"/>
                </a:solidFill>
              </a:rPr>
              <a:t>가 하나만 활성화 된다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7478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71A3A-23AA-FB59-3737-1A877A6A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BE49DE4-8FD5-0ECC-2AB0-66AB8EBF852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22354-93CD-93AE-8681-56D7A410F73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5A80FA-0EF0-451B-83AD-8E880D2C0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2" y="1190868"/>
            <a:ext cx="6698234" cy="5292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445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71A3A-23AA-FB59-3737-1A877A6A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BE49DE4-8FD5-0ECC-2AB0-66AB8EBF852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22354-93CD-93AE-8681-56D7A410F73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4FC28A-CB50-452A-AED8-2E5299165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58" y="1301187"/>
            <a:ext cx="6093323" cy="481478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624B63E-D057-483C-BBE8-092E42DBF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9580" y="902349"/>
            <a:ext cx="7113981" cy="4798839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AE25940F-F2E1-4CDC-88C3-15E73A93B42C}"/>
              </a:ext>
            </a:extLst>
          </p:cNvPr>
          <p:cNvSpPr/>
          <p:nvPr/>
        </p:nvSpPr>
        <p:spPr>
          <a:xfrm>
            <a:off x="4479851" y="3033823"/>
            <a:ext cx="404037" cy="27644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BC5CD4-852F-49AB-B77C-F9F654B9ADFE}"/>
              </a:ext>
            </a:extLst>
          </p:cNvPr>
          <p:cNvSpPr txBox="1"/>
          <p:nvPr/>
        </p:nvSpPr>
        <p:spPr>
          <a:xfrm>
            <a:off x="7221045" y="3945771"/>
            <a:ext cx="43734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“</a:t>
            </a:r>
            <a:r>
              <a:rPr lang="en-US" sz="1200" dirty="0" err="1">
                <a:solidFill>
                  <a:srgbClr val="FF0000"/>
                </a:solidFill>
              </a:rPr>
              <a:t>helloworld.c</a:t>
            </a:r>
            <a:r>
              <a:rPr lang="en-US" sz="1200" dirty="0">
                <a:solidFill>
                  <a:srgbClr val="FF0000"/>
                </a:solidFill>
              </a:rPr>
              <a:t>” </a:t>
            </a:r>
            <a:r>
              <a:rPr lang="ko-KR" altLang="en-US" sz="1200" dirty="0">
                <a:solidFill>
                  <a:srgbClr val="FF0000"/>
                </a:solidFill>
              </a:rPr>
              <a:t>파일을 더블클릭 하면</a:t>
            </a:r>
            <a:r>
              <a:rPr lang="en-US" altLang="ko-KR" sz="1200" dirty="0">
                <a:solidFill>
                  <a:srgbClr val="FF0000"/>
                </a:solidFill>
              </a:rPr>
              <a:t>, BSP(Board</a:t>
            </a:r>
            <a:r>
              <a:rPr lang="ko-KR" altLang="en-US" sz="1200" dirty="0">
                <a:solidFill>
                  <a:srgbClr val="FF0000"/>
                </a:solidFill>
              </a:rPr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Support</a:t>
            </a:r>
            <a:r>
              <a:rPr lang="ko-KR" altLang="en-US" sz="1200" dirty="0">
                <a:solidFill>
                  <a:srgbClr val="FF0000"/>
                </a:solidFill>
              </a:rPr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Package)</a:t>
            </a:r>
            <a:r>
              <a:rPr lang="ko-KR" altLang="en-US" sz="1200" dirty="0">
                <a:solidFill>
                  <a:srgbClr val="FF0000"/>
                </a:solidFill>
              </a:rPr>
              <a:t>와 함께 샘플코드가 활성화 된다</a:t>
            </a:r>
            <a:r>
              <a:rPr lang="en-US" sz="12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71781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42882-88D5-659E-B738-A057E102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9B7C122-1D2D-0181-3DAE-8786B6C48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529" y="1232424"/>
            <a:ext cx="7008647" cy="4543765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B565C6E-912B-B9AC-340B-6887E27C6B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76846-720E-07F1-66C9-DD29E736ED8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026D13B-E822-C727-2B88-EC061DEC406E}"/>
              </a:ext>
            </a:extLst>
          </p:cNvPr>
          <p:cNvSpPr/>
          <p:nvPr/>
        </p:nvSpPr>
        <p:spPr>
          <a:xfrm>
            <a:off x="1254327" y="1501795"/>
            <a:ext cx="240365" cy="17753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6B577ED-0BB1-E307-39F8-B540C305173B}"/>
              </a:ext>
            </a:extLst>
          </p:cNvPr>
          <p:cNvSpPr/>
          <p:nvPr/>
        </p:nvSpPr>
        <p:spPr>
          <a:xfrm>
            <a:off x="1907891" y="5188701"/>
            <a:ext cx="1793671" cy="18339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572995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42882-88D5-659E-B738-A057E102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B565C6E-912B-B9AC-340B-6887E27C6B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76846-720E-07F1-66C9-DD29E736ED8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988C27-0D00-49AA-890B-376327DF4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092" y="1742965"/>
            <a:ext cx="1831623" cy="354288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4250D2C-F332-43AE-8270-5972F1621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1873" y="1745053"/>
            <a:ext cx="4834546" cy="3540794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FDF86FA8-9E14-40EE-B6D7-F14569B1C8F8}"/>
              </a:ext>
            </a:extLst>
          </p:cNvPr>
          <p:cNvSpPr/>
          <p:nvPr/>
        </p:nvSpPr>
        <p:spPr>
          <a:xfrm>
            <a:off x="3473302" y="3487479"/>
            <a:ext cx="233917" cy="2339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EE296-2F7E-43A0-A0B6-3800B4BD9FCA}"/>
              </a:ext>
            </a:extLst>
          </p:cNvPr>
          <p:cNvSpPr txBox="1"/>
          <p:nvPr/>
        </p:nvSpPr>
        <p:spPr>
          <a:xfrm>
            <a:off x="6594966" y="3721395"/>
            <a:ext cx="47643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포트</a:t>
            </a:r>
            <a:r>
              <a:rPr lang="en-US" altLang="ko-KR" dirty="0">
                <a:solidFill>
                  <a:srgbClr val="FF0000"/>
                </a:solidFill>
              </a:rPr>
              <a:t>(COM &amp; LPT)</a:t>
            </a:r>
            <a:r>
              <a:rPr lang="ko-KR" altLang="en-US" dirty="0">
                <a:solidFill>
                  <a:srgbClr val="FF0000"/>
                </a:solidFill>
              </a:rPr>
              <a:t>에서 </a:t>
            </a:r>
            <a:r>
              <a:rPr lang="en-US" altLang="ko-KR" dirty="0">
                <a:solidFill>
                  <a:srgbClr val="FF0000"/>
                </a:solidFill>
              </a:rPr>
              <a:t>USB Serial Port(COM#) </a:t>
            </a:r>
            <a:r>
              <a:rPr lang="ko-KR" altLang="en-US" dirty="0">
                <a:solidFill>
                  <a:srgbClr val="FF0000"/>
                </a:solidFill>
              </a:rPr>
              <a:t>의 숫자</a:t>
            </a:r>
            <a:r>
              <a:rPr lang="en-US" altLang="ko-KR" dirty="0">
                <a:solidFill>
                  <a:srgbClr val="FF0000"/>
                </a:solidFill>
              </a:rPr>
              <a:t>(#)</a:t>
            </a:r>
            <a:r>
              <a:rPr lang="ko-KR" altLang="en-US" dirty="0">
                <a:solidFill>
                  <a:srgbClr val="FF0000"/>
                </a:solidFill>
              </a:rPr>
              <a:t>를 확인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각자 다름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680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71A3A-23AA-FB59-3737-1A877A6A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BE49DE4-8FD5-0ECC-2AB0-66AB8EBF852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22354-93CD-93AE-8681-56D7A410F73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C498B37-9D5D-400A-8D3B-2F076A500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65" y="1654359"/>
            <a:ext cx="2594160" cy="35492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F62BEA2-85DD-4582-B6A4-0EED69920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0087" y="2286000"/>
            <a:ext cx="3448050" cy="228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204C89-D20B-4DAA-90AA-D1488D7517F5}"/>
              </a:ext>
            </a:extLst>
          </p:cNvPr>
          <p:cNvSpPr txBox="1"/>
          <p:nvPr/>
        </p:nvSpPr>
        <p:spPr>
          <a:xfrm>
            <a:off x="3958092" y="4756297"/>
            <a:ext cx="4764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ko-KR" altLang="en-US" dirty="0">
                <a:solidFill>
                  <a:srgbClr val="FF0000"/>
                </a:solidFill>
              </a:rPr>
              <a:t>장치 관리자</a:t>
            </a:r>
            <a:r>
              <a:rPr lang="en-US" altLang="ko-KR" dirty="0">
                <a:solidFill>
                  <a:srgbClr val="FF0000"/>
                </a:solidFill>
              </a:rPr>
              <a:t>＂</a:t>
            </a:r>
            <a:r>
              <a:rPr lang="ko-KR" altLang="en-US" dirty="0">
                <a:solidFill>
                  <a:srgbClr val="FF0000"/>
                </a:solidFill>
              </a:rPr>
              <a:t>에서 확인한 포트를 선택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4644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71A3A-23AA-FB59-3737-1A877A6A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BE49DE4-8FD5-0ECC-2AB0-66AB8EBF852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22354-93CD-93AE-8681-56D7A410F73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A969209-8A21-44FD-AFE8-ED39271C5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901" y="1715306"/>
            <a:ext cx="1876425" cy="39338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90CD39B-2966-4514-9CE3-197B305D40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262" y="1375043"/>
            <a:ext cx="3697239" cy="438064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3011D-ECA4-441D-885A-2AE5EE38C2FE}"/>
              </a:ext>
            </a:extLst>
          </p:cNvPr>
          <p:cNvSpPr txBox="1"/>
          <p:nvPr/>
        </p:nvSpPr>
        <p:spPr>
          <a:xfrm>
            <a:off x="6339784" y="2733608"/>
            <a:ext cx="42573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Speed </a:t>
            </a:r>
            <a:r>
              <a:rPr lang="ko-KR" altLang="en-US" dirty="0">
                <a:solidFill>
                  <a:srgbClr val="FF0000"/>
                </a:solidFill>
              </a:rPr>
              <a:t>에서 </a:t>
            </a:r>
            <a:r>
              <a:rPr lang="en-US" altLang="ko-KR" dirty="0">
                <a:solidFill>
                  <a:srgbClr val="FF0000"/>
                </a:solidFill>
              </a:rPr>
              <a:t>Baud Rate</a:t>
            </a:r>
            <a:r>
              <a:rPr lang="ko-KR" altLang="en-US" dirty="0">
                <a:solidFill>
                  <a:srgbClr val="FF0000"/>
                </a:solidFill>
              </a:rPr>
              <a:t>가 </a:t>
            </a:r>
            <a:r>
              <a:rPr lang="en-US" altLang="ko-KR" dirty="0">
                <a:solidFill>
                  <a:srgbClr val="FF0000"/>
                </a:solidFill>
              </a:rPr>
              <a:t>115200bps </a:t>
            </a:r>
            <a:r>
              <a:rPr lang="ko-KR" altLang="en-US" dirty="0">
                <a:solidFill>
                  <a:srgbClr val="FF0000"/>
                </a:solidFill>
              </a:rPr>
              <a:t>로 설정되어 있는지 확인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4950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5F4F-9F15-074C-BAFB-EF71A6F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4F001B-E6FE-59C0-847D-0B5B2FF7EFF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9" name="내용 개체 틀 4">
            <a:extLst>
              <a:ext uri="{FF2B5EF4-FFF2-40B4-BE49-F238E27FC236}">
                <a16:creationId xmlns:a16="http://schemas.microsoft.com/office/drawing/2014/main" id="{7D68E5F3-F1C2-50B9-2D1D-67191891F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94" t="21072" r="26584" b="7748"/>
          <a:stretch>
            <a:fillRect/>
          </a:stretch>
        </p:blipFill>
        <p:spPr>
          <a:xfrm>
            <a:off x="350514" y="1696916"/>
            <a:ext cx="6134519" cy="4062046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5856495-2793-288A-4134-529E2B63D829}"/>
              </a:ext>
            </a:extLst>
          </p:cNvPr>
          <p:cNvSpPr/>
          <p:nvPr/>
        </p:nvSpPr>
        <p:spPr>
          <a:xfrm>
            <a:off x="4158763" y="2927838"/>
            <a:ext cx="1055076" cy="64184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0CEB6A-186F-9151-F2A9-95B3A84998F5}"/>
              </a:ext>
            </a:extLst>
          </p:cNvPr>
          <p:cNvSpPr txBox="1"/>
          <p:nvPr/>
        </p:nvSpPr>
        <p:spPr>
          <a:xfrm>
            <a:off x="6644584" y="3651411"/>
            <a:ext cx="4764316" cy="640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파란색 점퍼를 오른쪽 두개 </a:t>
            </a:r>
            <a:r>
              <a:rPr lang="en-US" altLang="ko-KR" dirty="0">
                <a:solidFill>
                  <a:srgbClr val="FF0000"/>
                </a:solidFill>
              </a:rPr>
              <a:t>(JTAG)</a:t>
            </a:r>
            <a:r>
              <a:rPr lang="ko-KR" altLang="en-US" dirty="0">
                <a:solidFill>
                  <a:srgbClr val="FF0000"/>
                </a:solidFill>
              </a:rPr>
              <a:t>로 선택하고 전원을 켭니다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A6AAF287-3BB6-4660-885D-DD44C12304D0}"/>
              </a:ext>
            </a:extLst>
          </p:cNvPr>
          <p:cNvSpPr/>
          <p:nvPr/>
        </p:nvSpPr>
        <p:spPr>
          <a:xfrm rot="10800000">
            <a:off x="1155405" y="2700670"/>
            <a:ext cx="155944" cy="2271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276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42882-88D5-659E-B738-A057E102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B565C6E-912B-B9AC-340B-6887E27C6B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76846-720E-07F1-66C9-DD29E736ED8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5155CA-BFB8-4B3E-8C52-DB174BFCA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77" y="1434904"/>
            <a:ext cx="6733396" cy="4543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7657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71A3A-23AA-FB59-3737-1A877A6A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BE49DE4-8FD5-0ECC-2AB0-66AB8EBF852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22354-93CD-93AE-8681-56D7A410F73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147BD1"/>
                </a:solidFill>
              </a:rPr>
              <a:t>2. Software(PS) Design</a:t>
            </a:r>
            <a:endParaRPr lang="ko-KR" altLang="en-US" sz="2000" dirty="0">
              <a:solidFill>
                <a:srgbClr val="147BD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78641F-9A59-421A-B887-24ABDAA02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32" y="1756282"/>
            <a:ext cx="2829011" cy="42363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EFA3EDF-BCA0-4F95-9B3E-8EFB5D683C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028" y="2439453"/>
            <a:ext cx="5079380" cy="2727970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1D5240D0-7694-4593-B0AA-A1FEDDD22D79}"/>
              </a:ext>
            </a:extLst>
          </p:cNvPr>
          <p:cNvSpPr/>
          <p:nvPr/>
        </p:nvSpPr>
        <p:spPr>
          <a:xfrm>
            <a:off x="6294474" y="3687228"/>
            <a:ext cx="432391" cy="3744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AD8912-D30F-462E-987F-17CF022FFF16}"/>
              </a:ext>
            </a:extLst>
          </p:cNvPr>
          <p:cNvSpPr txBox="1"/>
          <p:nvPr/>
        </p:nvSpPr>
        <p:spPr>
          <a:xfrm>
            <a:off x="3726448" y="4798091"/>
            <a:ext cx="2095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Sample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code</a:t>
            </a:r>
            <a:r>
              <a:rPr lang="ko-KR" altLang="en-US" dirty="0">
                <a:solidFill>
                  <a:srgbClr val="FF0000"/>
                </a:solidFill>
              </a:rPr>
              <a:t> 수정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8D17C1-258F-40E6-BA19-62729721992C}"/>
              </a:ext>
            </a:extLst>
          </p:cNvPr>
          <p:cNvSpPr txBox="1"/>
          <p:nvPr/>
        </p:nvSpPr>
        <p:spPr>
          <a:xfrm>
            <a:off x="6011194" y="3244334"/>
            <a:ext cx="11407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① Build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46016-84C0-41C2-892A-F7BA0014B40C}"/>
              </a:ext>
            </a:extLst>
          </p:cNvPr>
          <p:cNvSpPr txBox="1"/>
          <p:nvPr/>
        </p:nvSpPr>
        <p:spPr>
          <a:xfrm>
            <a:off x="5947398" y="4084874"/>
            <a:ext cx="1835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② Run As &gt; Launch Hardware</a:t>
            </a:r>
          </a:p>
        </p:txBody>
      </p:sp>
    </p:spTree>
    <p:extLst>
      <p:ext uri="{BB962C8B-B14F-4D97-AF65-F5344CB8AC3E}">
        <p14:creationId xmlns:p14="http://schemas.microsoft.com/office/powerpoint/2010/main" val="16564857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10497</TotalTime>
  <Words>509</Words>
  <Application>Microsoft Office PowerPoint</Application>
  <PresentationFormat>와이드스크린</PresentationFormat>
  <Paragraphs>92</Paragraphs>
  <Slides>31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나눔스퀘어 네오 Regular</vt:lpstr>
      <vt:lpstr>맑은 고딕</vt:lpstr>
      <vt:lpstr>Arial</vt:lpstr>
      <vt:lpstr>Office 테마</vt:lpstr>
      <vt:lpstr>SOC301 | ARM Programming</vt:lpstr>
      <vt:lpstr>PowerPoint 프레젠테이션</vt:lpstr>
      <vt:lpstr>PowerPoint 프레젠테이션</vt:lpstr>
      <vt:lpstr>1. Hardware(PL) Design &amp; Export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2. Software(PS) Design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UART Control with ARM</dc:title>
  <dc:creator>예빈 문</dc:creator>
  <cp:lastModifiedBy>Seungan Woo</cp:lastModifiedBy>
  <cp:revision>590</cp:revision>
  <dcterms:created xsi:type="dcterms:W3CDTF">2024-09-20T05:42:48Z</dcterms:created>
  <dcterms:modified xsi:type="dcterms:W3CDTF">2026-09-17T14:43:48Z</dcterms:modified>
</cp:coreProperties>
</file>