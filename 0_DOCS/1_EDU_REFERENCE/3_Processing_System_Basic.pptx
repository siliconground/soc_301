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70" r:id="rId2"/>
    <p:sldId id="378" r:id="rId3"/>
    <p:sldId id="383" r:id="rId4"/>
    <p:sldId id="291" r:id="rId5"/>
    <p:sldId id="333" r:id="rId6"/>
    <p:sldId id="335" r:id="rId7"/>
    <p:sldId id="336" r:id="rId8"/>
    <p:sldId id="345" r:id="rId9"/>
    <p:sldId id="379" r:id="rId10"/>
    <p:sldId id="380" r:id="rId11"/>
    <p:sldId id="381" r:id="rId12"/>
    <p:sldId id="382" r:id="rId13"/>
    <p:sldId id="348" r:id="rId14"/>
    <p:sldId id="350" r:id="rId15"/>
    <p:sldId id="370" r:id="rId16"/>
    <p:sldId id="351" r:id="rId17"/>
    <p:sldId id="352" r:id="rId18"/>
    <p:sldId id="384" r:id="rId19"/>
    <p:sldId id="377" r:id="rId20"/>
    <p:sldId id="360" r:id="rId21"/>
    <p:sldId id="361" r:id="rId22"/>
    <p:sldId id="364" r:id="rId23"/>
    <p:sldId id="363" r:id="rId24"/>
    <p:sldId id="362" r:id="rId25"/>
    <p:sldId id="365" r:id="rId26"/>
    <p:sldId id="368" r:id="rId27"/>
    <p:sldId id="371" r:id="rId28"/>
    <p:sldId id="372" r:id="rId29"/>
    <p:sldId id="374" r:id="rId30"/>
    <p:sldId id="373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378"/>
            <p14:sldId id="383"/>
            <p14:sldId id="291"/>
            <p14:sldId id="333"/>
            <p14:sldId id="335"/>
            <p14:sldId id="336"/>
            <p14:sldId id="345"/>
            <p14:sldId id="379"/>
            <p14:sldId id="380"/>
            <p14:sldId id="381"/>
            <p14:sldId id="382"/>
            <p14:sldId id="348"/>
            <p14:sldId id="350"/>
            <p14:sldId id="370"/>
            <p14:sldId id="351"/>
            <p14:sldId id="352"/>
            <p14:sldId id="384"/>
            <p14:sldId id="377"/>
            <p14:sldId id="360"/>
            <p14:sldId id="361"/>
            <p14:sldId id="364"/>
            <p14:sldId id="363"/>
            <p14:sldId id="362"/>
            <p14:sldId id="365"/>
            <p14:sldId id="368"/>
            <p14:sldId id="371"/>
            <p14:sldId id="372"/>
            <p14:sldId id="374"/>
            <p14:sldId id="3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7ED1"/>
    <a:srgbClr val="147BD1"/>
    <a:srgbClr val="EBEBE9"/>
    <a:srgbClr val="1DCAD3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2762" autoAdjust="0"/>
  </p:normalViewPr>
  <p:slideViewPr>
    <p:cSldViewPr snapToGrid="0" showGuides="1">
      <p:cViewPr varScale="1">
        <p:scale>
          <a:sx n="134" d="100"/>
          <a:sy n="134" d="100"/>
        </p:scale>
        <p:origin x="1188" y="13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F1B8-8964-AFB2-0327-F5F2C833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D98677-EE8B-1EDD-948A-661532CA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C3A93-2691-44F2-FC4F-A936FA7CB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AAB7E3-8887-992C-8453-973CE04D0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88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F1B8-8964-AFB2-0327-F5F2C833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D98677-EE8B-1EDD-948A-661532CA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C3A93-2691-44F2-FC4F-A936FA7CB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AAB7E3-8887-992C-8453-973CE04D0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669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132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F1B8-8964-AFB2-0327-F5F2C833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D98677-EE8B-1EDD-948A-661532CA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3C3A93-2691-44F2-FC4F-A936FA7CB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AAB7E3-8887-992C-8453-973CE04D0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805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CE7EB-2265-AB54-1BD7-CFE57535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39C072-B3D0-6D38-1466-A7E3EE0BF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42BBAB-4A8D-23D2-DD98-F7DB8F221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785490-B02C-E09B-764B-6754B3509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560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FB44-962F-5264-11C5-A4DF80CDF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9A46D1-EDB0-9C09-A79E-7F1D0B730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DD96FB-BF74-6F59-7194-AD70F3254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401A54-E809-42E8-9059-38CE08AA0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7783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FA6D-CBAB-346D-0E18-19288E7D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9A75B5-B507-0351-A29E-D2E0CE518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80E44B-5249-C72E-0C2A-75BDAFC9A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CE99A2-7564-05FC-CE60-042FAB4C4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798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FA6D-CBAB-346D-0E18-19288E7D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9A75B5-B507-0351-A29E-D2E0CE518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80E44B-5249-C72E-0C2A-75BDAFC9A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CE99A2-7564-05FC-CE60-042FAB4C4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684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FA6D-CBAB-346D-0E18-19288E7D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9A75B5-B507-0351-A29E-D2E0CE518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80E44B-5249-C72E-0C2A-75BDAFC9A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CE99A2-7564-05FC-CE60-042FAB4C4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484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FA6D-CBAB-346D-0E18-19288E7D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9A75B5-B507-0351-A29E-D2E0CE518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80E44B-5249-C72E-0C2A-75BDAFC9A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CE99A2-7564-05FC-CE60-042FAB4C4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620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FA6D-CBAB-346D-0E18-19288E7DF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9A75B5-B507-0351-A29E-D2E0CE518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80E44B-5249-C72E-0C2A-75BDAFC9A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CE99A2-7564-05FC-CE60-042FAB4C4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691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6AA00-9227-5CFB-D4EA-5699E306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93A26FA-85D0-9679-F161-C3656D0E0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B100BA-9BA2-7D53-2514-CA8BCFE2F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98EF47-3106-979D-F69E-C6C5FE774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8046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6222-FB58-AFDC-FFBB-B51286D6E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4D697B-93D1-8108-1F6A-96F0B6775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935ABB-982A-274C-701A-364ACE590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34253E-AC23-18B7-56A7-8FCEB826E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317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CE6B-BA16-9BBC-53C7-E64A1F7F7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58DD7C-6E0B-42F3-532E-4AB56B72C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975934-0228-B316-34B7-8AAC590C5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D93182-BBB9-AD3F-8281-772F4C1FD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9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AFDEF-A206-52D7-4453-08DAB4AE3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2068CA-AEF3-E903-F1A7-54155C6E1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76C312-52FB-E2BD-168D-E16EBE755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7365B7-8B11-E7B5-3896-83D3C0147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588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25F31-999B-5D2C-0EE6-15D10EAB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20D664-4E65-9F28-9E98-169ADA2BB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2E4786-5224-653E-2B63-7097190A0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0C9FD5-D8C6-4037-8B88-408A65676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4163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25F31-999B-5D2C-0EE6-15D10EAB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20D664-4E65-9F28-9E98-169ADA2BB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2E4786-5224-653E-2B63-7097190A0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0C9FD5-D8C6-4037-8B88-408A65676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030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84D4C-AD6D-1079-0AC0-A699835C6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F2BFC5-C8E2-5EC1-1B56-77FE49125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9ACE87-F434-CD3B-26D7-0C06CEE8D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437383-F1A0-0F25-0850-C2AD97EAF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1505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F9566-9F83-D3CE-14FF-A27B0133A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F4811B-3681-3E1E-2E4B-518A2C7EA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4C7B48-1415-4532-40FF-15D751EC9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47FFC2-04B9-0CC3-F8A7-7622D2EB0A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07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FF730-A292-F1C3-28BA-3D0ED9F7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4EAB4F-D7B7-FA1F-CB9F-30F45B0E3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F201CD-FF26-00F7-080A-BB2248791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EE5814-55DC-EC8C-0088-00006481B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80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C9B74-F58E-DC83-71CD-2662DCB1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2B5CC9-147A-FF57-F9FE-56374C347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906951-B59F-70D2-108B-485278CCF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7D795F-48AC-3A0E-B612-2AEEB1718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365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CBD4-13DF-5F3A-BA6C-CC3585FE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F85647-86AB-2F12-CB0A-D28C40948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6362BE-0B8B-81E0-41D5-676E71B4F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0FC7B9-78EC-065F-7CD2-9158B6D5B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307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9A9E2-17AE-4384-90CF-1830D3FB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5BEF28-586D-D596-E1C5-C98744F8F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DFA66B-CA93-E695-62C8-D27CB1222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647B0F-7594-5B05-9492-3C6F28940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2127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BF80F-1C33-3B2C-820B-5A0DF863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F86C91-C1C4-D894-233F-4764555D2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4F2DF0-9992-12FC-BD17-D367E356E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56D6D-C572-1664-DB50-0CC2B4611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7090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F562-4CC9-7132-2943-BE81B8FB6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6E9AA9-B462-E1B9-D5C0-559CD1254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C87EB6-3F22-ABF2-092D-D573335DF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86224A-9697-883C-CFEB-0DD0F8881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1531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F321-1C16-42C5-B228-02ED65EC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1F8013-CA55-CE69-D611-19971FD85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2B4842-C6B5-6116-CD40-2A3FFFBD5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A65DD-1751-1D51-0147-153932252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2683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D949E-44D4-D17B-784D-4A2509DE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977534-48FC-4B23-678E-F72C7F607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23403B-13DA-A5FB-4724-215B19C06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98F59-F0B1-CC0A-91FD-693964BFD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5201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C7BC-DBAF-3768-F403-1EC363642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F130BE-9541-4880-81D9-99E1B811B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4C006C-D574-2EB3-047D-127B42EE9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D2824-7275-6861-D0C1-B2087E54E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83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DD0B-4804-9225-D4DC-41D87239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955FCD-6508-EDBD-1E93-3CDE236A6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7CA794-0CB0-0884-605F-258B047BA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BE8F4-A7A1-A945-02FF-8320CFB7A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00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C4032A-B341-97E5-5757-11BA6E482407}"/>
              </a:ext>
            </a:extLst>
          </p:cNvPr>
          <p:cNvSpPr txBox="1"/>
          <p:nvPr userDrawn="1"/>
        </p:nvSpPr>
        <p:spPr>
          <a:xfrm>
            <a:off x="195493" y="6511766"/>
            <a:ext cx="28905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700" b="0" i="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</a:rPr>
              <a:t>Copyright ⓒ </a:t>
            </a:r>
            <a:r>
              <a:rPr lang="en-US" altLang="ko-KR" sz="700" b="0" i="0" dirty="0" err="1">
                <a:solidFill>
                  <a:schemeClr val="bg2">
                    <a:lumMod val="90000"/>
                  </a:schemeClr>
                </a:solidFill>
                <a:effectLst/>
                <a:latin typeface="+mn-lt"/>
              </a:rPr>
              <a:t>NineplusIT</a:t>
            </a:r>
            <a:r>
              <a:rPr lang="en-US" altLang="ko-KR" sz="700" b="0" i="0" dirty="0">
                <a:solidFill>
                  <a:schemeClr val="bg2">
                    <a:lumMod val="90000"/>
                  </a:schemeClr>
                </a:solidFill>
                <a:effectLst/>
                <a:latin typeface="+mn-lt"/>
              </a:rPr>
              <a:t>. All rights reserved.</a:t>
            </a:r>
            <a:endParaRPr lang="ko-KR" altLang="en-US" sz="700" dirty="0">
              <a:solidFill>
                <a:schemeClr val="bg2">
                  <a:lumMod val="90000"/>
                </a:schemeClr>
              </a:solidFill>
              <a:latin typeface="+mn-lt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TeraTermProject/teraterm/releases/download/v5.7.0/teraterm-5.7.0-x64.ex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44244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SOC301 | ARM Programming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3. Processing System Basic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58B0A38-41E2-90D6-1E3B-C00ACCDB26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0. Design Structure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C995D5-080A-43FF-934A-F07EC66CD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40" y="1234365"/>
            <a:ext cx="4977065" cy="4542658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2861AAC-E1E0-41FD-8302-697C1D353BFB}"/>
              </a:ext>
            </a:extLst>
          </p:cNvPr>
          <p:cNvSpPr/>
          <p:nvPr/>
        </p:nvSpPr>
        <p:spPr>
          <a:xfrm>
            <a:off x="2048540" y="4685414"/>
            <a:ext cx="1353879" cy="42530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88C7783-0916-4D5B-9A7F-7F4D6DE3BD62}"/>
              </a:ext>
            </a:extLst>
          </p:cNvPr>
          <p:cNvCxnSpPr/>
          <p:nvPr/>
        </p:nvCxnSpPr>
        <p:spPr>
          <a:xfrm flipV="1">
            <a:off x="3402419" y="2927498"/>
            <a:ext cx="3473302" cy="1956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659B56-4128-4DB6-8275-8C9495237658}"/>
              </a:ext>
            </a:extLst>
          </p:cNvPr>
          <p:cNvSpPr txBox="1"/>
          <p:nvPr/>
        </p:nvSpPr>
        <p:spPr>
          <a:xfrm>
            <a:off x="6875721" y="2773609"/>
            <a:ext cx="3473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PL(Programmable Logic, HW) Project</a:t>
            </a:r>
            <a:endParaRPr lang="ko-KR" altLang="en-US" sz="1400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DF6407D-F1F1-4129-9285-0102CEE629BF}"/>
              </a:ext>
            </a:extLst>
          </p:cNvPr>
          <p:cNvCxnSpPr/>
          <p:nvPr/>
        </p:nvCxnSpPr>
        <p:spPr>
          <a:xfrm flipV="1">
            <a:off x="3402419" y="3962400"/>
            <a:ext cx="3473302" cy="1056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F30E80-FFCA-4E23-A3D4-2616D5654D8C}"/>
              </a:ext>
            </a:extLst>
          </p:cNvPr>
          <p:cNvSpPr txBox="1"/>
          <p:nvPr/>
        </p:nvSpPr>
        <p:spPr>
          <a:xfrm>
            <a:off x="6907501" y="3808511"/>
            <a:ext cx="3473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PS(Processing System, SW) Project</a:t>
            </a:r>
            <a:endParaRPr lang="ko-KR" altLang="en-US" sz="1400" dirty="0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151D360A-715A-452C-96F2-3DD7BE4B9457}"/>
              </a:ext>
            </a:extLst>
          </p:cNvPr>
          <p:cNvSpPr/>
          <p:nvPr/>
        </p:nvSpPr>
        <p:spPr>
          <a:xfrm>
            <a:off x="8236688" y="3274827"/>
            <a:ext cx="361507" cy="4040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E71955-8773-4B3F-849E-37E7613A4F05}"/>
              </a:ext>
            </a:extLst>
          </p:cNvPr>
          <p:cNvSpPr txBox="1"/>
          <p:nvPr/>
        </p:nvSpPr>
        <p:spPr>
          <a:xfrm>
            <a:off x="8644152" y="3353734"/>
            <a:ext cx="2169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Hardware Wrapper Export(.</a:t>
            </a:r>
            <a:r>
              <a:rPr lang="en-US" altLang="ko-KR" sz="1000" dirty="0" err="1">
                <a:solidFill>
                  <a:srgbClr val="FF0000"/>
                </a:solidFill>
              </a:rPr>
              <a:t>xsa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657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58B0A38-41E2-90D6-1E3B-C00ACCDB26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0. </a:t>
            </a:r>
            <a:r>
              <a:rPr lang="en-US" altLang="ko-KR" sz="2000" dirty="0" err="1">
                <a:solidFill>
                  <a:srgbClr val="147BD1"/>
                </a:solidFill>
              </a:rPr>
              <a:t>Teraterm</a:t>
            </a:r>
            <a:r>
              <a:rPr lang="ko-KR" altLang="en-US" sz="2000" dirty="0">
                <a:solidFill>
                  <a:srgbClr val="147BD1"/>
                </a:solidFill>
              </a:rPr>
              <a:t> </a:t>
            </a:r>
            <a:r>
              <a:rPr lang="en-US" altLang="ko-KR" sz="2000" dirty="0">
                <a:solidFill>
                  <a:srgbClr val="147BD1"/>
                </a:solidFill>
              </a:rPr>
              <a:t>Download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20E65D-4D41-406A-B696-268B91D9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18391"/>
            <a:ext cx="5064919" cy="36212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CA9530-E963-4520-AA7B-B28D60CE6511}"/>
              </a:ext>
            </a:extLst>
          </p:cNvPr>
          <p:cNvSpPr txBox="1"/>
          <p:nvPr/>
        </p:nvSpPr>
        <p:spPr>
          <a:xfrm>
            <a:off x="6257924" y="3493293"/>
            <a:ext cx="5122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hlinkClick r:id="rId4"/>
              </a:rPr>
              <a:t>📌</a:t>
            </a:r>
            <a:r>
              <a:rPr lang="en-US" altLang="ko-KR" sz="1400" dirty="0">
                <a:hlinkClick r:id="rId4"/>
              </a:rPr>
              <a:t>https://github.com/TeraTermProject/teraterm/releases/download/v5.7.0/teraterm-5.7.0-x64.exe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636D2-ECF7-4F41-944B-203243128651}"/>
              </a:ext>
            </a:extLst>
          </p:cNvPr>
          <p:cNvSpPr txBox="1"/>
          <p:nvPr/>
        </p:nvSpPr>
        <p:spPr>
          <a:xfrm>
            <a:off x="6257925" y="2726233"/>
            <a:ext cx="4379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⚙ </a:t>
            </a:r>
            <a:r>
              <a:rPr lang="en-US" altLang="ko-KR" sz="1400" dirty="0"/>
              <a:t>UART </a:t>
            </a:r>
            <a:r>
              <a:rPr lang="ko-KR" altLang="en-US" sz="1400" dirty="0"/>
              <a:t>통신으로 디버깅을 가능하게 해주는 가상의 모니터 프로그램</a:t>
            </a:r>
          </a:p>
        </p:txBody>
      </p:sp>
    </p:spTree>
    <p:extLst>
      <p:ext uri="{BB962C8B-B14F-4D97-AF65-F5344CB8AC3E}">
        <p14:creationId xmlns:p14="http://schemas.microsoft.com/office/powerpoint/2010/main" val="22921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B351D-1A5A-BB32-C8DB-E35D9688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E75A0-7D15-D3E5-22D7-AD731FBEC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55" y="3429000"/>
            <a:ext cx="10744200" cy="1188720"/>
          </a:xfrm>
        </p:spPr>
        <p:txBody>
          <a:bodyPr/>
          <a:lstStyle/>
          <a:p>
            <a:r>
              <a:rPr lang="en-US" altLang="ko-KR" dirty="0">
                <a:cs typeface="KoPubWorld돋움체 Bold" panose="00000800000000000000" pitchFamily="2" charset="-127"/>
              </a:rPr>
              <a:t>1. Hardware(PL) Design &amp; Export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82A512-49EC-0BA9-ACD2-DB4DB411B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426" y="4023360"/>
            <a:ext cx="10827604" cy="677797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584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260FE-E212-D5D5-723D-83F206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06B622B-C507-5D8A-1C34-E6B9A5A69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572" y="1510922"/>
            <a:ext cx="6345289" cy="4050683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58B0A38-41E2-90D6-1E3B-C00ACCDB26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BE6C4-6F05-C019-E536-C16CD60716A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b="1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F0B3FA-47FB-A22B-3D41-EC2042A49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06" y="1789266"/>
            <a:ext cx="4501697" cy="3063158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371CD66-9FBE-D0F9-3C27-4C10F7592C5A}"/>
              </a:ext>
            </a:extLst>
          </p:cNvPr>
          <p:cNvSpPr/>
          <p:nvPr/>
        </p:nvSpPr>
        <p:spPr>
          <a:xfrm>
            <a:off x="581706" y="1708356"/>
            <a:ext cx="3213546" cy="74971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9FC6A4C-81B1-FB98-DC79-6EB694649A08}"/>
              </a:ext>
            </a:extLst>
          </p:cNvPr>
          <p:cNvSpPr/>
          <p:nvPr/>
        </p:nvSpPr>
        <p:spPr>
          <a:xfrm>
            <a:off x="6031347" y="2305890"/>
            <a:ext cx="697495" cy="26301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F78AF6F-1397-0677-09BD-71E608A0F50A}"/>
              </a:ext>
            </a:extLst>
          </p:cNvPr>
          <p:cNvSpPr/>
          <p:nvPr/>
        </p:nvSpPr>
        <p:spPr>
          <a:xfrm>
            <a:off x="9938327" y="5237018"/>
            <a:ext cx="542860" cy="24156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796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8DCF-0215-E37D-EEFA-FCD49D1E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D276DD5-ED6C-9D0C-E7B2-417414B01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904" y="1761515"/>
            <a:ext cx="5956226" cy="4011212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665F243-2E94-A843-7A09-D6019AC2A1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ED497A-DAB3-1833-250A-112C97134CF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7CE963-7E79-D825-C66D-42450A476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70" y="2139610"/>
            <a:ext cx="4848078" cy="3100983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D3EB34B-9CDB-7659-D8B3-1298677BC32A}"/>
              </a:ext>
            </a:extLst>
          </p:cNvPr>
          <p:cNvSpPr/>
          <p:nvPr/>
        </p:nvSpPr>
        <p:spPr>
          <a:xfrm>
            <a:off x="4091823" y="5007078"/>
            <a:ext cx="401520" cy="16468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40C0FBD-C596-4EBA-A8DA-8454A253DE9A}"/>
              </a:ext>
            </a:extLst>
          </p:cNvPr>
          <p:cNvSpPr/>
          <p:nvPr/>
        </p:nvSpPr>
        <p:spPr>
          <a:xfrm>
            <a:off x="758686" y="4173353"/>
            <a:ext cx="588333" cy="26301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DB05C60-12FC-6A7B-0DC9-97741FE496E6}"/>
              </a:ext>
            </a:extLst>
          </p:cNvPr>
          <p:cNvSpPr/>
          <p:nvPr/>
        </p:nvSpPr>
        <p:spPr>
          <a:xfrm>
            <a:off x="925836" y="3369125"/>
            <a:ext cx="421184" cy="19015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56AF574-680B-27B1-22E6-8E7BCAA31DEC}"/>
              </a:ext>
            </a:extLst>
          </p:cNvPr>
          <p:cNvSpPr/>
          <p:nvPr/>
        </p:nvSpPr>
        <p:spPr>
          <a:xfrm>
            <a:off x="758685" y="2755049"/>
            <a:ext cx="588333" cy="19261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EC3C330-63A7-CEFA-E990-E976435AD99D}"/>
              </a:ext>
            </a:extLst>
          </p:cNvPr>
          <p:cNvSpPr/>
          <p:nvPr/>
        </p:nvSpPr>
        <p:spPr>
          <a:xfrm>
            <a:off x="8851118" y="4173353"/>
            <a:ext cx="560440" cy="26301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D515B2-00F8-A237-38D7-EC179304CB98}"/>
              </a:ext>
            </a:extLst>
          </p:cNvPr>
          <p:cNvSpPr/>
          <p:nvPr/>
        </p:nvSpPr>
        <p:spPr>
          <a:xfrm>
            <a:off x="5943152" y="3483933"/>
            <a:ext cx="817865" cy="26301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9154284-676A-CE5C-4742-6D41D86CA69B}"/>
              </a:ext>
            </a:extLst>
          </p:cNvPr>
          <p:cNvSpPr/>
          <p:nvPr/>
        </p:nvSpPr>
        <p:spPr>
          <a:xfrm>
            <a:off x="8975808" y="4806042"/>
            <a:ext cx="560440" cy="26301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8032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7F0BD-A53C-D36C-7E36-F6CA843A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8810BDD-8486-6A78-D3C9-A36DEF91B2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D98D40-271C-5594-8AA3-85B4033DDD2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D4089A-41A6-F05B-CAE5-685D8BF5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44" y="1795097"/>
            <a:ext cx="5330788" cy="3908889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E51126D-5C54-B444-0B07-3326DEC849BB}"/>
              </a:ext>
            </a:extLst>
          </p:cNvPr>
          <p:cNvSpPr/>
          <p:nvPr/>
        </p:nvSpPr>
        <p:spPr>
          <a:xfrm>
            <a:off x="4860527" y="2484845"/>
            <a:ext cx="274891" cy="19015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6E81F0-8CEB-0CCE-6A3D-E850AC329960}"/>
              </a:ext>
            </a:extLst>
          </p:cNvPr>
          <p:cNvSpPr/>
          <p:nvPr/>
        </p:nvSpPr>
        <p:spPr>
          <a:xfrm>
            <a:off x="3973836" y="2984441"/>
            <a:ext cx="421184" cy="19015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F4506CB-722B-37D0-B423-2ED78AF7C07D}"/>
              </a:ext>
            </a:extLst>
          </p:cNvPr>
          <p:cNvSpPr/>
          <p:nvPr/>
        </p:nvSpPr>
        <p:spPr>
          <a:xfrm>
            <a:off x="3698589" y="3174593"/>
            <a:ext cx="1161938" cy="19015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71BFE-C150-1453-A4D7-E85D6C75AE48}"/>
              </a:ext>
            </a:extLst>
          </p:cNvPr>
          <p:cNvSpPr txBox="1"/>
          <p:nvPr/>
        </p:nvSpPr>
        <p:spPr>
          <a:xfrm>
            <a:off x="4180273" y="34132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더블클릭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EE2F09E-2631-DD8A-5546-7676FB1C4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093" y="1234365"/>
            <a:ext cx="5533139" cy="286325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25BFC15-26A7-85E1-0F64-3E4E9F1DD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954" y="3079517"/>
            <a:ext cx="4720213" cy="3410366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E4E1FF26-370C-9CAC-DB36-E999B9097FEA}"/>
              </a:ext>
            </a:extLst>
          </p:cNvPr>
          <p:cNvSpPr/>
          <p:nvPr/>
        </p:nvSpPr>
        <p:spPr>
          <a:xfrm>
            <a:off x="9298615" y="1676666"/>
            <a:ext cx="870621" cy="1983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CCAEFCF-5559-1EAA-32F0-B629D6B990F3}"/>
              </a:ext>
            </a:extLst>
          </p:cNvPr>
          <p:cNvSpPr/>
          <p:nvPr/>
        </p:nvSpPr>
        <p:spPr>
          <a:xfrm>
            <a:off x="10868799" y="6243783"/>
            <a:ext cx="445745" cy="19991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7014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A30D-75EC-8192-19B2-3AB828BE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080492-B7D6-F27E-A185-1B20B4703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1A953-4108-A783-705F-0895F50281F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971807F-3801-4542-A9BF-0B481553A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30" y="2514600"/>
            <a:ext cx="4248150" cy="182880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ECD9275-19C5-4EBA-B8B3-9B5016D4548B}"/>
              </a:ext>
            </a:extLst>
          </p:cNvPr>
          <p:cNvSpPr/>
          <p:nvPr/>
        </p:nvSpPr>
        <p:spPr>
          <a:xfrm>
            <a:off x="834830" y="2723262"/>
            <a:ext cx="2842888" cy="141147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223D2C-4FB9-486D-981F-CB09326918C8}"/>
              </a:ext>
            </a:extLst>
          </p:cNvPr>
          <p:cNvSpPr txBox="1"/>
          <p:nvPr/>
        </p:nvSpPr>
        <p:spPr>
          <a:xfrm>
            <a:off x="2880549" y="41827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더블클릭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353313B-E35C-4548-A6D3-A877B53D7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389" y="1195678"/>
            <a:ext cx="5684227" cy="45073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9D439F-B87A-4885-9E61-BBDF1B33B230}"/>
              </a:ext>
            </a:extLst>
          </p:cNvPr>
          <p:cNvSpPr txBox="1"/>
          <p:nvPr/>
        </p:nvSpPr>
        <p:spPr>
          <a:xfrm>
            <a:off x="5677676" y="5477656"/>
            <a:ext cx="328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UART1</a:t>
            </a:r>
            <a:r>
              <a:rPr lang="ko-KR" altLang="en-US" dirty="0">
                <a:solidFill>
                  <a:srgbClr val="FF0000"/>
                </a:solidFill>
              </a:rPr>
              <a:t> 만 선택하고 모두 해제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921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A30D-75EC-8192-19B2-3AB828BE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080492-B7D6-F27E-A185-1B20B4703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1A953-4108-A783-705F-0895F50281F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C9D4D5-A86F-4AE9-A07E-52FF6E279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143" y="1234365"/>
            <a:ext cx="9033714" cy="512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76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A30D-75EC-8192-19B2-3AB828BE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080492-B7D6-F27E-A185-1B20B4703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1A953-4108-A783-705F-0895F50281F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08BF3E-5CB5-453D-8556-D2A589416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611" y="1273051"/>
            <a:ext cx="7993540" cy="5040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50B431-5216-465E-9BC4-F26228CC6D50}"/>
              </a:ext>
            </a:extLst>
          </p:cNvPr>
          <p:cNvSpPr txBox="1"/>
          <p:nvPr/>
        </p:nvSpPr>
        <p:spPr>
          <a:xfrm>
            <a:off x="4088027" y="3793307"/>
            <a:ext cx="328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UART1</a:t>
            </a:r>
            <a:r>
              <a:rPr lang="ko-KR" altLang="en-US" dirty="0">
                <a:solidFill>
                  <a:srgbClr val="FF0000"/>
                </a:solidFill>
              </a:rPr>
              <a:t> 만 선택하고 모두 해제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896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A30D-75EC-8192-19B2-3AB828BE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080492-B7D6-F27E-A185-1B20B4703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1A953-4108-A783-705F-0895F50281F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D3C398-8127-48E2-BB34-73F6397D6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02" y="1245152"/>
            <a:ext cx="8274894" cy="5217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A4C32C-256D-409E-B8E0-A9611B1CA9F2}"/>
              </a:ext>
            </a:extLst>
          </p:cNvPr>
          <p:cNvSpPr txBox="1"/>
          <p:nvPr/>
        </p:nvSpPr>
        <p:spPr>
          <a:xfrm>
            <a:off x="5894768" y="4872056"/>
            <a:ext cx="2953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PL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Fabric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Clocks</a:t>
            </a:r>
            <a:r>
              <a:rPr lang="ko-KR" altLang="en-US" dirty="0">
                <a:solidFill>
                  <a:srgbClr val="FF0000"/>
                </a:solidFill>
              </a:rPr>
              <a:t> 모두 해제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75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EA30D-75EC-8192-19B2-3AB828BE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080492-B7D6-F27E-A185-1B20B47033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31A953-4108-A783-705F-0895F50281F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A2DCA4-EA27-4AF2-83EB-B9E603A3A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12" y="1698948"/>
            <a:ext cx="6709986" cy="3460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D07852-B5FD-40FE-867D-F13895CB93C6}"/>
              </a:ext>
            </a:extLst>
          </p:cNvPr>
          <p:cNvSpPr txBox="1"/>
          <p:nvPr/>
        </p:nvSpPr>
        <p:spPr>
          <a:xfrm>
            <a:off x="3134668" y="1676013"/>
            <a:ext cx="350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17250-E9AC-4735-A9A9-5753E3531CA6}"/>
              </a:ext>
            </a:extLst>
          </p:cNvPr>
          <p:cNvSpPr txBox="1"/>
          <p:nvPr/>
        </p:nvSpPr>
        <p:spPr>
          <a:xfrm>
            <a:off x="2722711" y="1680388"/>
            <a:ext cx="3500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②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9B2CAA0-EBBF-4C37-B4C5-DC35FFB26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803" y="906512"/>
            <a:ext cx="4128440" cy="11303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7C569D0-6A25-4650-99B0-594925C2E4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48" y="1851908"/>
            <a:ext cx="3648196" cy="235060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78954B-F40F-49A1-836E-CA80D747B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7010" y="4221620"/>
            <a:ext cx="4217914" cy="9601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D9EA5DA-C0BE-44CC-808C-3BC95CDC86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3682" y="5395058"/>
            <a:ext cx="3541264" cy="978600"/>
          </a:xfrm>
          <a:prstGeom prst="rect">
            <a:avLst/>
          </a:prstGeom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C3880E1-E19F-4CB8-A3FB-8F515EB1D568}"/>
              </a:ext>
            </a:extLst>
          </p:cNvPr>
          <p:cNvCxnSpPr/>
          <p:nvPr/>
        </p:nvCxnSpPr>
        <p:spPr>
          <a:xfrm>
            <a:off x="11601450" y="1864519"/>
            <a:ext cx="0" cy="4179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8624355-49DE-4128-80FC-85A9D84BD15F}"/>
              </a:ext>
            </a:extLst>
          </p:cNvPr>
          <p:cNvSpPr txBox="1"/>
          <p:nvPr/>
        </p:nvSpPr>
        <p:spPr>
          <a:xfrm>
            <a:off x="475000" y="5177611"/>
            <a:ext cx="6925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툴의 오류로 인해 </a:t>
            </a:r>
            <a:r>
              <a:rPr lang="en-US" altLang="ko-KR" dirty="0">
                <a:solidFill>
                  <a:srgbClr val="FF0000"/>
                </a:solidFill>
              </a:rPr>
              <a:t>“Critical Message”</a:t>
            </a:r>
            <a:r>
              <a:rPr lang="ko-KR" altLang="en-US" dirty="0">
                <a:solidFill>
                  <a:srgbClr val="FF0000"/>
                </a:solidFill>
              </a:rPr>
              <a:t>가 뜨면</a:t>
            </a:r>
            <a:r>
              <a:rPr lang="en-US" altLang="ko-KR" dirty="0">
                <a:solidFill>
                  <a:srgbClr val="FF0000"/>
                </a:solidFill>
              </a:rPr>
              <a:t>, ①</a:t>
            </a:r>
            <a:r>
              <a:rPr lang="ko-KR" altLang="en-US" dirty="0">
                <a:solidFill>
                  <a:srgbClr val="FF0000"/>
                </a:solidFill>
              </a:rPr>
              <a:t>과</a:t>
            </a:r>
            <a:r>
              <a:rPr lang="en-US" altLang="ko-KR" dirty="0">
                <a:solidFill>
                  <a:srgbClr val="FF0000"/>
                </a:solidFill>
              </a:rPr>
              <a:t> ②</a:t>
            </a:r>
            <a:r>
              <a:rPr lang="ko-KR" altLang="en-US" dirty="0">
                <a:solidFill>
                  <a:srgbClr val="FF0000"/>
                </a:solidFill>
              </a:rPr>
              <a:t>를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다시 수행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6BFA65D-207F-4D82-BA00-744F1FB0F39C}"/>
              </a:ext>
            </a:extLst>
          </p:cNvPr>
          <p:cNvSpPr/>
          <p:nvPr/>
        </p:nvSpPr>
        <p:spPr>
          <a:xfrm>
            <a:off x="9016130" y="3787012"/>
            <a:ext cx="816087" cy="33410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410FED6-0211-44BF-9185-4D14A97EEAA4}"/>
              </a:ext>
            </a:extLst>
          </p:cNvPr>
          <p:cNvSpPr/>
          <p:nvPr/>
        </p:nvSpPr>
        <p:spPr>
          <a:xfrm>
            <a:off x="8041915" y="4813804"/>
            <a:ext cx="1216385" cy="34524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C4EA3DE-57FA-4762-A410-E2D7FEBAF0D8}"/>
              </a:ext>
            </a:extLst>
          </p:cNvPr>
          <p:cNvSpPr/>
          <p:nvPr/>
        </p:nvSpPr>
        <p:spPr>
          <a:xfrm>
            <a:off x="9351604" y="6015421"/>
            <a:ext cx="671078" cy="29048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6873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B869A-020B-BE48-46BE-B65A09956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3E814AAD-0E85-77A6-04ED-AF81FEA09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07246"/>
            <a:ext cx="5941677" cy="370062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111E13D-E1BB-E916-05A6-FFD6EC9CF0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54D822-CAD8-8D6F-0FE7-D0F18F354A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DE9721-1BB9-2F12-53D1-EF5811335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11" y="1471134"/>
            <a:ext cx="4850726" cy="30411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7F86EDA-FE1C-6629-7B0E-13664D708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5" y="3897185"/>
            <a:ext cx="4025883" cy="2308605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38543C4-EAD8-CF7F-D0B4-0E58C8134BE9}"/>
              </a:ext>
            </a:extLst>
          </p:cNvPr>
          <p:cNvSpPr/>
          <p:nvPr/>
        </p:nvSpPr>
        <p:spPr>
          <a:xfrm>
            <a:off x="2671304" y="3323381"/>
            <a:ext cx="1241273" cy="29014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4F342-DAD9-4951-5470-0BD9A43AC8A0}"/>
              </a:ext>
            </a:extLst>
          </p:cNvPr>
          <p:cNvSpPr txBox="1"/>
          <p:nvPr/>
        </p:nvSpPr>
        <p:spPr>
          <a:xfrm>
            <a:off x="2528756" y="22379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우클릭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ED2812B-7444-12A1-13A7-D4A97CF2AA87}"/>
              </a:ext>
            </a:extLst>
          </p:cNvPr>
          <p:cNvSpPr/>
          <p:nvPr/>
        </p:nvSpPr>
        <p:spPr>
          <a:xfrm>
            <a:off x="4123593" y="5802202"/>
            <a:ext cx="723901" cy="29014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0ABC967-20AD-5BFB-30DA-6918D9D1519F}"/>
              </a:ext>
            </a:extLst>
          </p:cNvPr>
          <p:cNvSpPr/>
          <p:nvPr/>
        </p:nvSpPr>
        <p:spPr>
          <a:xfrm>
            <a:off x="2227749" y="5386866"/>
            <a:ext cx="2356339" cy="21195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D78DCF6-051F-863D-13B9-8DF83D308BDE}"/>
              </a:ext>
            </a:extLst>
          </p:cNvPr>
          <p:cNvSpPr/>
          <p:nvPr/>
        </p:nvSpPr>
        <p:spPr>
          <a:xfrm>
            <a:off x="7045570" y="3050528"/>
            <a:ext cx="1632438" cy="56300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AF8A36-DCE6-A2CE-E482-166C08AC5AE3}"/>
              </a:ext>
            </a:extLst>
          </p:cNvPr>
          <p:cNvSpPr txBox="1"/>
          <p:nvPr/>
        </p:nvSpPr>
        <p:spPr>
          <a:xfrm>
            <a:off x="8000502" y="2607246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.v </a:t>
            </a:r>
            <a:r>
              <a:rPr lang="ko-KR" altLang="en-US" dirty="0">
                <a:solidFill>
                  <a:srgbClr val="FF0000"/>
                </a:solidFill>
              </a:rPr>
              <a:t>파일로 바뀜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FACE945-6866-C571-BCD5-FDB7852E4066}"/>
              </a:ext>
            </a:extLst>
          </p:cNvPr>
          <p:cNvSpPr/>
          <p:nvPr/>
        </p:nvSpPr>
        <p:spPr>
          <a:xfrm>
            <a:off x="6188491" y="4817197"/>
            <a:ext cx="821911" cy="16987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81FA8BD-2028-5672-434A-BFFD9E07A0D0}"/>
              </a:ext>
            </a:extLst>
          </p:cNvPr>
          <p:cNvCxnSpPr>
            <a:cxnSpLocks/>
          </p:cNvCxnSpPr>
          <p:nvPr/>
        </p:nvCxnSpPr>
        <p:spPr>
          <a:xfrm flipH="1">
            <a:off x="6937131" y="3780692"/>
            <a:ext cx="553915" cy="9495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8B019C1-AC33-7266-1C2A-F26FDE7A6818}"/>
              </a:ext>
            </a:extLst>
          </p:cNvPr>
          <p:cNvSpPr txBox="1"/>
          <p:nvPr/>
        </p:nvSpPr>
        <p:spPr>
          <a:xfrm>
            <a:off x="6567757" y="50213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클릭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261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959C-7325-1BC7-A196-5C6B9C7B5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D36F9F4-35E1-5FF5-1FDE-6626DB8A4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34" y="1764005"/>
            <a:ext cx="6799120" cy="407365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6A08858-3B57-8286-BCAB-02B61A12A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974" y="3614404"/>
            <a:ext cx="2949195" cy="2689210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A0D003-CF4E-C39A-163F-20EFF95951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4E4A4F-C77C-C2EE-C35A-01B13E03A62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26DD145-38AC-F713-0E65-A8663A834FB0}"/>
              </a:ext>
            </a:extLst>
          </p:cNvPr>
          <p:cNvSpPr/>
          <p:nvPr/>
        </p:nvSpPr>
        <p:spPr>
          <a:xfrm>
            <a:off x="573434" y="5442438"/>
            <a:ext cx="754204" cy="14067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7DC21A2-F00C-7C3D-3780-47DDBBA096D0}"/>
              </a:ext>
            </a:extLst>
          </p:cNvPr>
          <p:cNvSpPr/>
          <p:nvPr/>
        </p:nvSpPr>
        <p:spPr>
          <a:xfrm>
            <a:off x="10546842" y="5864201"/>
            <a:ext cx="804027" cy="34613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8D2C7BB-A6FD-1848-F880-C5B1463F78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1631" y="5121500"/>
            <a:ext cx="4234088" cy="13276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781933-B22F-255C-66A7-E22F3B9C5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5726" y="993799"/>
            <a:ext cx="3140889" cy="2431656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559B0E5-8491-1EA3-0DA3-512214305878}"/>
              </a:ext>
            </a:extLst>
          </p:cNvPr>
          <p:cNvSpPr/>
          <p:nvPr/>
        </p:nvSpPr>
        <p:spPr>
          <a:xfrm>
            <a:off x="9337430" y="3009523"/>
            <a:ext cx="617971" cy="34613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3AA83B9-28D9-BC43-0C4C-3C14C7F91B41}"/>
              </a:ext>
            </a:extLst>
          </p:cNvPr>
          <p:cNvSpPr/>
          <p:nvPr/>
        </p:nvSpPr>
        <p:spPr>
          <a:xfrm>
            <a:off x="4220309" y="6032760"/>
            <a:ext cx="680232" cy="34613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9267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7833-C7E3-B211-C9A7-9860BDA2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2C353DA-2679-8C68-D3F6-BB843E2AE5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B5031D-7037-3C55-5E22-C2681736191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FAEDFE-73B8-706B-604F-E5CDE68F8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03" y="1960685"/>
            <a:ext cx="3182067" cy="36780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6B3BC12-0BDD-D100-BC0D-9D4507464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026" y="1662977"/>
            <a:ext cx="5039350" cy="427347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15B8B5-B93E-FE63-972D-E56E3E40BB4E}"/>
              </a:ext>
            </a:extLst>
          </p:cNvPr>
          <p:cNvSpPr/>
          <p:nvPr/>
        </p:nvSpPr>
        <p:spPr>
          <a:xfrm>
            <a:off x="2692381" y="4044461"/>
            <a:ext cx="1000388" cy="18463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071195-36FA-05CE-E864-E66C4B5B2FDF}"/>
              </a:ext>
            </a:extLst>
          </p:cNvPr>
          <p:cNvSpPr/>
          <p:nvPr/>
        </p:nvSpPr>
        <p:spPr>
          <a:xfrm>
            <a:off x="8665289" y="5621158"/>
            <a:ext cx="636973" cy="249417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4682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59DC-875E-6E58-CBFE-0422CAC5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AA05E2A-9AE7-0F06-FB8B-AB5429FD77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A0D29A-1BA8-72FE-0186-363B3DDFA98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1279C8-E889-F74B-61F4-76386798C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35" y="1509712"/>
            <a:ext cx="5265511" cy="44864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32F21B7-2524-1C67-1C95-CDE9D8178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697" y="989678"/>
            <a:ext cx="5382376" cy="18957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6A15DAB-41A4-B4DA-B6FC-2441BFAEB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7334" y="2973385"/>
            <a:ext cx="4121649" cy="3510253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71760BC-73C6-415C-6AF1-401271DF5509}"/>
              </a:ext>
            </a:extLst>
          </p:cNvPr>
          <p:cNvSpPr/>
          <p:nvPr/>
        </p:nvSpPr>
        <p:spPr>
          <a:xfrm>
            <a:off x="3799959" y="5627076"/>
            <a:ext cx="640156" cy="25497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278D63-60FA-4998-863A-7090E3AA6087}"/>
              </a:ext>
            </a:extLst>
          </p:cNvPr>
          <p:cNvSpPr/>
          <p:nvPr/>
        </p:nvSpPr>
        <p:spPr>
          <a:xfrm>
            <a:off x="7552144" y="2395758"/>
            <a:ext cx="668663" cy="35623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79D3BA0-3223-8914-DE04-8900EE31E6AE}"/>
              </a:ext>
            </a:extLst>
          </p:cNvPr>
          <p:cNvSpPr/>
          <p:nvPr/>
        </p:nvSpPr>
        <p:spPr>
          <a:xfrm>
            <a:off x="9605813" y="6202072"/>
            <a:ext cx="505341" cy="18993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6EDC11-DFED-D6F2-1B40-4BE0EE56DE3C}"/>
              </a:ext>
            </a:extLst>
          </p:cNvPr>
          <p:cNvSpPr/>
          <p:nvPr/>
        </p:nvSpPr>
        <p:spPr>
          <a:xfrm>
            <a:off x="7612889" y="3690404"/>
            <a:ext cx="766180" cy="19579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6317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4226-AA5C-6E0D-9456-56F4996A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DC9F9D-0E71-4604-BF7D-CC8278AE44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DC18EE-E542-CC82-B0C6-EC459EB1AD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227F8A-722F-C953-E00F-FEF5BFA91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35" y="1666854"/>
            <a:ext cx="4307797" cy="3664103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301578F-8D2F-8B3B-9B0D-979E2457953B}"/>
              </a:ext>
            </a:extLst>
          </p:cNvPr>
          <p:cNvSpPr/>
          <p:nvPr/>
        </p:nvSpPr>
        <p:spPr>
          <a:xfrm>
            <a:off x="4095165" y="4997712"/>
            <a:ext cx="573550" cy="25497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33B75C3-A272-465D-A71F-5625D068F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796" y="1666854"/>
            <a:ext cx="5693569" cy="30762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C949FB-98C0-4F17-8899-A29E810A2315}"/>
              </a:ext>
            </a:extLst>
          </p:cNvPr>
          <p:cNvSpPr txBox="1"/>
          <p:nvPr/>
        </p:nvSpPr>
        <p:spPr>
          <a:xfrm>
            <a:off x="5502450" y="4170341"/>
            <a:ext cx="6184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Hardware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Wrapper</a:t>
            </a:r>
            <a:r>
              <a:rPr lang="ko-KR" altLang="en-US" sz="1200" dirty="0">
                <a:solidFill>
                  <a:srgbClr val="FF0000"/>
                </a:solidFill>
              </a:rPr>
              <a:t>가 정상적으로 </a:t>
            </a:r>
            <a:r>
              <a:rPr lang="en-US" altLang="ko-KR" sz="1200" dirty="0">
                <a:solidFill>
                  <a:srgbClr val="FF0000"/>
                </a:solidFill>
              </a:rPr>
              <a:t>Export</a:t>
            </a:r>
            <a:r>
              <a:rPr lang="ko-KR" altLang="en-US" sz="1200" dirty="0">
                <a:solidFill>
                  <a:srgbClr val="FF0000"/>
                </a:solidFill>
              </a:rPr>
              <a:t>되면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프로젝트 디렉토리 내에 </a:t>
            </a:r>
            <a:r>
              <a:rPr lang="en-US" altLang="ko-KR" sz="1200" dirty="0">
                <a:solidFill>
                  <a:srgbClr val="FF0000"/>
                </a:solidFill>
              </a:rPr>
              <a:t>“.</a:t>
            </a:r>
            <a:r>
              <a:rPr lang="en-US" altLang="ko-KR" sz="1200" dirty="0" err="1">
                <a:solidFill>
                  <a:srgbClr val="FF0000"/>
                </a:solidFill>
              </a:rPr>
              <a:t>xsa</a:t>
            </a:r>
            <a:r>
              <a:rPr lang="en-US" altLang="ko-KR" sz="1200" dirty="0">
                <a:solidFill>
                  <a:srgbClr val="FF0000"/>
                </a:solidFill>
              </a:rPr>
              <a:t>”</a:t>
            </a:r>
            <a:r>
              <a:rPr lang="ko-KR" altLang="en-US" sz="1200" dirty="0">
                <a:solidFill>
                  <a:srgbClr val="FF0000"/>
                </a:solidFill>
              </a:rPr>
              <a:t>파일이 생성됨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776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C4226-AA5C-6E0D-9456-56F4996A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DC9F9D-0E71-4604-BF7D-CC8278AE444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DC18EE-E542-CC82-B0C6-EC459EB1AD6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solidFill>
                  <a:srgbClr val="147BD1"/>
                </a:solidFill>
              </a:rPr>
              <a:t>1. </a:t>
            </a:r>
            <a:r>
              <a:rPr lang="en-US" altLang="ko-KR" sz="2000" dirty="0">
                <a:solidFill>
                  <a:srgbClr val="147BD1"/>
                </a:solidFill>
              </a:rPr>
              <a:t>Hardware(PL) Design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60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8EB0B-4B31-0D71-9F80-80BB5969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DD53A-D43D-4013-65B6-54F02B14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55" y="3429000"/>
            <a:ext cx="10744200" cy="1188720"/>
          </a:xfrm>
        </p:spPr>
        <p:txBody>
          <a:bodyPr/>
          <a:lstStyle/>
          <a:p>
            <a:r>
              <a:rPr lang="en-US" altLang="ko-KR" dirty="0">
                <a:cs typeface="KoPubWorld돋움체 Bold" panose="00000800000000000000" pitchFamily="2" charset="-127"/>
              </a:rPr>
              <a:t>2. Software(PS) Design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A342ED-CD0C-D696-70C8-D3BC79A42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0426" y="4023360"/>
            <a:ext cx="10827604" cy="677797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976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0C77-118A-D73C-42BB-8802109D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A2AF5A-D7B4-44DE-F9B2-D4A5BB5A791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BBE7C4-8388-F09E-C22A-5E506B74C01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</a:t>
            </a:r>
            <a:r>
              <a:rPr lang="ko-KR" altLang="en-US" sz="2000" dirty="0">
                <a:solidFill>
                  <a:srgbClr val="147BD1"/>
                </a:solidFill>
              </a:rPr>
              <a:t> </a:t>
            </a:r>
            <a:r>
              <a:rPr lang="en-US" altLang="ko-KR" sz="2000" dirty="0">
                <a:solidFill>
                  <a:srgbClr val="147BD1"/>
                </a:solidFill>
              </a:rPr>
              <a:t>– Create Platform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B2B441-2A65-7349-CF5E-CBF6BBEFE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8" y="1748064"/>
            <a:ext cx="5766419" cy="33618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779C1D-1C0E-F321-1D0B-2438528EA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608" y="1585684"/>
            <a:ext cx="4943131" cy="4119275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AD5F6A-BD21-14CD-F5DD-BD53708ADF24}"/>
              </a:ext>
            </a:extLst>
          </p:cNvPr>
          <p:cNvSpPr/>
          <p:nvPr/>
        </p:nvSpPr>
        <p:spPr>
          <a:xfrm>
            <a:off x="2327910" y="4127274"/>
            <a:ext cx="916451" cy="22491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7BBDAB3-DBF0-9C70-7AC4-BD2F44DFAC2C}"/>
              </a:ext>
            </a:extLst>
          </p:cNvPr>
          <p:cNvSpPr/>
          <p:nvPr/>
        </p:nvSpPr>
        <p:spPr>
          <a:xfrm>
            <a:off x="7457880" y="2470637"/>
            <a:ext cx="668822" cy="16998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1ED7A59-25AA-DF0F-B7D0-426DBE95CEEF}"/>
              </a:ext>
            </a:extLst>
          </p:cNvPr>
          <p:cNvSpPr/>
          <p:nvPr/>
        </p:nvSpPr>
        <p:spPr>
          <a:xfrm>
            <a:off x="10001368" y="5473429"/>
            <a:ext cx="549401" cy="20515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72138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1BB5-F264-9007-EA62-64B2196D8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49A78BA-1214-97AF-E9D8-5319BDA7D1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36063-FF2B-054A-B1FA-A924A1C9715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 – Create Platform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C9BA0A-FA58-56EF-DB46-6DA0CF384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48" y="1823937"/>
            <a:ext cx="4759247" cy="39993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60F5C8-ABB5-F522-DAA3-71DC995A22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766" t="41776"/>
          <a:stretch>
            <a:fillRect/>
          </a:stretch>
        </p:blipFill>
        <p:spPr>
          <a:xfrm>
            <a:off x="5905339" y="1023350"/>
            <a:ext cx="4759247" cy="19166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9D958BC-4E3B-7A6B-743C-14BD387CD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433" y="3061657"/>
            <a:ext cx="4367884" cy="3672789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68261F-34D5-D0FE-3AA7-FBB44EFC7C55}"/>
              </a:ext>
            </a:extLst>
          </p:cNvPr>
          <p:cNvSpPr/>
          <p:nvPr/>
        </p:nvSpPr>
        <p:spPr>
          <a:xfrm>
            <a:off x="4988889" y="2827571"/>
            <a:ext cx="365720" cy="23408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8CE8DB8-17BA-3390-4EC4-2C209C9DF52F}"/>
              </a:ext>
            </a:extLst>
          </p:cNvPr>
          <p:cNvSpPr/>
          <p:nvPr/>
        </p:nvSpPr>
        <p:spPr>
          <a:xfrm>
            <a:off x="5905338" y="1420432"/>
            <a:ext cx="2948515" cy="23408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404B02-F950-E538-134A-C77BAB0E70BC}"/>
              </a:ext>
            </a:extLst>
          </p:cNvPr>
          <p:cNvSpPr/>
          <p:nvPr/>
        </p:nvSpPr>
        <p:spPr>
          <a:xfrm>
            <a:off x="9677892" y="2689309"/>
            <a:ext cx="477224" cy="19888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A2A4C86-9E53-B66A-C0DC-A54402A5BB57}"/>
              </a:ext>
            </a:extLst>
          </p:cNvPr>
          <p:cNvSpPr/>
          <p:nvPr/>
        </p:nvSpPr>
        <p:spPr>
          <a:xfrm>
            <a:off x="10269908" y="6525684"/>
            <a:ext cx="477224" cy="19888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08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71A3A-23AA-FB59-3737-1A877A6A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BE49DE4-8FD5-0ECC-2AB0-66AB8EBF852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22354-93CD-93AE-8681-56D7A410F73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 – Create Application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355052-4AB3-BBD6-BBD4-E6C4D6AC3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00" y="1152525"/>
            <a:ext cx="4135931" cy="17324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BFFD9C-FA75-6DCA-08EF-A92C7EF41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779" y="3026094"/>
            <a:ext cx="4467057" cy="35206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DD5D9B-B6C8-7835-17EA-1EEEE643FB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17191"/>
            <a:ext cx="5617120" cy="440851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3E3E2CC-1E43-77C6-8040-038A241CFDFC}"/>
              </a:ext>
            </a:extLst>
          </p:cNvPr>
          <p:cNvSpPr/>
          <p:nvPr/>
        </p:nvSpPr>
        <p:spPr>
          <a:xfrm>
            <a:off x="2500666" y="1494691"/>
            <a:ext cx="1886696" cy="23739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063C33B-592A-F3E4-47B4-7C9598989344}"/>
              </a:ext>
            </a:extLst>
          </p:cNvPr>
          <p:cNvSpPr/>
          <p:nvPr/>
        </p:nvSpPr>
        <p:spPr>
          <a:xfrm>
            <a:off x="4540481" y="6339253"/>
            <a:ext cx="471133" cy="18261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4E70607-06AD-F227-7E1F-58E5909852EC}"/>
              </a:ext>
            </a:extLst>
          </p:cNvPr>
          <p:cNvSpPr/>
          <p:nvPr/>
        </p:nvSpPr>
        <p:spPr>
          <a:xfrm>
            <a:off x="9950681" y="5568460"/>
            <a:ext cx="626465" cy="25725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81747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DA1A-8B0E-3E68-B3AE-5A3E24EE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8E69EA-7F50-A590-5579-35A25D4A013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609E10-2192-7BA4-765F-4FB7D055E8D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</a:t>
            </a:r>
            <a:r>
              <a:rPr lang="ko-KR" altLang="en-US" sz="2000" dirty="0">
                <a:solidFill>
                  <a:srgbClr val="147BD1"/>
                </a:solidFill>
              </a:rPr>
              <a:t> </a:t>
            </a:r>
            <a:r>
              <a:rPr lang="en-US" altLang="ko-KR" sz="2000" dirty="0">
                <a:solidFill>
                  <a:srgbClr val="147BD1"/>
                </a:solidFill>
              </a:rPr>
              <a:t>– Create Application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14B42D-678A-DF66-8A16-EE19F0182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36" y="1590383"/>
            <a:ext cx="5490331" cy="43158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F8B8B6-98A0-BCA8-B822-E860A5E48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508" y="1590382"/>
            <a:ext cx="5447771" cy="431583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A0A9FC6-689F-226B-9895-2997D719D818}"/>
              </a:ext>
            </a:extLst>
          </p:cNvPr>
          <p:cNvSpPr/>
          <p:nvPr/>
        </p:nvSpPr>
        <p:spPr>
          <a:xfrm>
            <a:off x="1287327" y="2268415"/>
            <a:ext cx="471133" cy="18261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39F3E6A-83E5-A722-2D5F-FB7A4CD2C4E2}"/>
              </a:ext>
            </a:extLst>
          </p:cNvPr>
          <p:cNvSpPr/>
          <p:nvPr/>
        </p:nvSpPr>
        <p:spPr>
          <a:xfrm>
            <a:off x="4237892" y="5635869"/>
            <a:ext cx="545123" cy="25276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FC04C6F-5172-0948-DFC9-47E88C8156CF}"/>
              </a:ext>
            </a:extLst>
          </p:cNvPr>
          <p:cNvSpPr/>
          <p:nvPr/>
        </p:nvSpPr>
        <p:spPr>
          <a:xfrm>
            <a:off x="9938958" y="5653363"/>
            <a:ext cx="594227" cy="21769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14772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6F7E3-E5E9-7979-F8C5-AF7D8404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E8A7490-2C23-7A5D-27F8-4C1E67A4C4A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BED0AD-9B58-A023-4374-3BBDF9E6C3E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</a:t>
            </a:r>
            <a:r>
              <a:rPr lang="ko-KR" altLang="en-US" sz="2000" dirty="0">
                <a:solidFill>
                  <a:srgbClr val="147BD1"/>
                </a:solidFill>
              </a:rPr>
              <a:t> </a:t>
            </a:r>
            <a:r>
              <a:rPr lang="en-US" altLang="ko-KR" sz="2000" dirty="0">
                <a:solidFill>
                  <a:srgbClr val="147BD1"/>
                </a:solidFill>
              </a:rPr>
              <a:t>– Create Application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A94EB7C-5576-84B8-E291-1FF515BBC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20" y="1722466"/>
            <a:ext cx="5147596" cy="40716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D58FEE5-1D59-FE35-CB01-48AD8ED41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233" y="1865968"/>
            <a:ext cx="6204947" cy="3831447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610B114-FF4E-8125-6EB0-33732C95298C}"/>
              </a:ext>
            </a:extLst>
          </p:cNvPr>
          <p:cNvSpPr/>
          <p:nvPr/>
        </p:nvSpPr>
        <p:spPr>
          <a:xfrm>
            <a:off x="548773" y="2822331"/>
            <a:ext cx="787658" cy="14947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886AF0D-6C37-A2F1-4155-7A1501ECA4F3}"/>
              </a:ext>
            </a:extLst>
          </p:cNvPr>
          <p:cNvSpPr/>
          <p:nvPr/>
        </p:nvSpPr>
        <p:spPr>
          <a:xfrm>
            <a:off x="4417388" y="5526980"/>
            <a:ext cx="541474" cy="23198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19864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687E-4804-DA69-B32C-11E2EB52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80BE64A-B3DB-B943-A3BC-AD8BB1ACBA8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E7420E-AFFC-9049-0466-0189D3A1FF8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</a:t>
            </a:r>
            <a:r>
              <a:rPr lang="ko-KR" altLang="en-US" sz="2000" dirty="0">
                <a:solidFill>
                  <a:srgbClr val="147BD1"/>
                </a:solidFill>
              </a:rPr>
              <a:t> </a:t>
            </a:r>
            <a:r>
              <a:rPr lang="en-US" altLang="ko-KR" sz="2000" dirty="0">
                <a:solidFill>
                  <a:srgbClr val="147BD1"/>
                </a:solidFill>
              </a:rPr>
              <a:t>– Main code </a:t>
            </a:r>
            <a:r>
              <a:rPr lang="ko-KR" altLang="en-US" sz="2000" dirty="0">
                <a:solidFill>
                  <a:srgbClr val="147BD1"/>
                </a:solidFill>
              </a:rPr>
              <a:t>작성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708E7EA-7CE5-8EC4-699D-650362A79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05" y="1412424"/>
            <a:ext cx="4303872" cy="25467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A8EE213-4AEF-3F35-0450-93B227BE0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136" y="3099157"/>
            <a:ext cx="2908185" cy="340428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6F3D5C6-8A51-0D65-0E8A-FA0A08FF19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5"/>
          <a:stretch>
            <a:fillRect/>
          </a:stretch>
        </p:blipFill>
        <p:spPr>
          <a:xfrm>
            <a:off x="5718304" y="902349"/>
            <a:ext cx="6191491" cy="42593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C78F22-397C-12D5-C83C-DEA41BED7A9E}"/>
              </a:ext>
            </a:extLst>
          </p:cNvPr>
          <p:cNvSpPr txBox="1"/>
          <p:nvPr/>
        </p:nvSpPr>
        <p:spPr>
          <a:xfrm>
            <a:off x="5880618" y="5617619"/>
            <a:ext cx="5073825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#include &lt;</a:t>
            </a:r>
            <a:r>
              <a:rPr lang="en-US" sz="1000" b="1" dirty="0" err="1"/>
              <a:t>stdio.h</a:t>
            </a:r>
            <a:r>
              <a:rPr lang="en-US" sz="1000" b="1" dirty="0"/>
              <a:t>&gt;</a:t>
            </a:r>
          </a:p>
          <a:p>
            <a:r>
              <a:rPr lang="en-US" sz="1000" b="1" dirty="0"/>
              <a:t>#include "</a:t>
            </a:r>
            <a:r>
              <a:rPr lang="en-US" sz="1000" b="1" dirty="0" err="1"/>
              <a:t>xparameters.h</a:t>
            </a:r>
            <a:r>
              <a:rPr lang="en-US" sz="1000" b="1" dirty="0"/>
              <a:t>"</a:t>
            </a:r>
          </a:p>
          <a:p>
            <a:r>
              <a:rPr lang="en-US" sz="1000" b="1" dirty="0"/>
              <a:t>#include "</a:t>
            </a:r>
            <a:r>
              <a:rPr lang="en-US" sz="1000" b="1" dirty="0" err="1"/>
              <a:t>xuartps.h</a:t>
            </a:r>
            <a:r>
              <a:rPr lang="en-US" sz="1000" b="1" dirty="0"/>
              <a:t>"</a:t>
            </a:r>
          </a:p>
          <a:p>
            <a:endParaRPr lang="en-US" sz="1000" dirty="0"/>
          </a:p>
          <a:p>
            <a:r>
              <a:rPr lang="en-US" sz="1000" b="1" dirty="0"/>
              <a:t>void </a:t>
            </a:r>
            <a:r>
              <a:rPr lang="en-US" sz="1000" b="1" dirty="0" err="1"/>
              <a:t>UartPs_SendString</a:t>
            </a:r>
            <a:r>
              <a:rPr lang="en-US" sz="1000" b="1" dirty="0"/>
              <a:t>(u32 </a:t>
            </a:r>
            <a:r>
              <a:rPr lang="en-US" sz="1000" b="1" dirty="0" err="1"/>
              <a:t>BaseAddress</a:t>
            </a:r>
            <a:r>
              <a:rPr lang="en-US" sz="1000" b="1" dirty="0"/>
              <a:t>, const char *str) {</a:t>
            </a:r>
          </a:p>
          <a:p>
            <a:r>
              <a:rPr lang="en-US" sz="1000" dirty="0"/>
              <a:t>    </a:t>
            </a:r>
            <a:r>
              <a:rPr lang="en-US" sz="1000" b="1" dirty="0"/>
              <a:t>while (*str) {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XUartPs_SendByte</a:t>
            </a:r>
            <a:r>
              <a:rPr lang="en-US" sz="1000" dirty="0"/>
              <a:t>(</a:t>
            </a:r>
            <a:r>
              <a:rPr lang="en-US" sz="1000" dirty="0" err="1"/>
              <a:t>BaseAddress</a:t>
            </a:r>
            <a:r>
              <a:rPr lang="en-US" sz="1000" dirty="0"/>
              <a:t>, *str++);</a:t>
            </a:r>
          </a:p>
          <a:p>
            <a:r>
              <a:rPr lang="en-US" sz="1000" dirty="0"/>
              <a:t>    }</a:t>
            </a:r>
          </a:p>
          <a:p>
            <a:r>
              <a:rPr lang="en-US" sz="1000" dirty="0"/>
              <a:t>}</a:t>
            </a:r>
          </a:p>
          <a:p>
            <a:endParaRPr lang="en-US" sz="1000" dirty="0"/>
          </a:p>
          <a:p>
            <a:r>
              <a:rPr lang="en-US" sz="1000" b="1" dirty="0"/>
              <a:t>int main(void)</a:t>
            </a:r>
          </a:p>
          <a:p>
            <a:r>
              <a:rPr lang="en-US" sz="1000" dirty="0"/>
              <a:t>{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XUartPs</a:t>
            </a:r>
            <a:r>
              <a:rPr lang="en-US" sz="1000" dirty="0"/>
              <a:t> </a:t>
            </a:r>
            <a:r>
              <a:rPr lang="en-US" sz="1000" dirty="0" err="1"/>
              <a:t>Uart_Ps</a:t>
            </a:r>
            <a:r>
              <a:rPr lang="en-US" sz="1000" dirty="0"/>
              <a:t>;</a:t>
            </a:r>
          </a:p>
          <a:p>
            <a:r>
              <a:rPr lang="en-US" sz="1000" dirty="0"/>
              <a:t>    </a:t>
            </a:r>
            <a:r>
              <a:rPr lang="en-US" sz="1000" dirty="0" err="1"/>
              <a:t>XUartPs_Config</a:t>
            </a:r>
            <a:r>
              <a:rPr lang="en-US" sz="1000" dirty="0"/>
              <a:t> *Config;</a:t>
            </a:r>
          </a:p>
          <a:p>
            <a:r>
              <a:rPr lang="en-US" sz="1000" dirty="0"/>
              <a:t>    </a:t>
            </a:r>
            <a:r>
              <a:rPr lang="en-US" sz="1000" b="1" dirty="0"/>
              <a:t>int Status;</a:t>
            </a:r>
          </a:p>
          <a:p>
            <a:endParaRPr lang="en-US" sz="1000" dirty="0"/>
          </a:p>
          <a:p>
            <a:r>
              <a:rPr lang="en-US" sz="1000" dirty="0"/>
              <a:t>    Config = </a:t>
            </a:r>
            <a:r>
              <a:rPr lang="en-US" sz="1000" dirty="0" err="1"/>
              <a:t>XUartPs_LookupConfig</a:t>
            </a:r>
            <a:r>
              <a:rPr lang="en-US" sz="1000" dirty="0"/>
              <a:t>(XPAR_XUARTPS_0_DEVICE_ID);</a:t>
            </a:r>
          </a:p>
          <a:p>
            <a:r>
              <a:rPr lang="en-US" sz="1000" dirty="0"/>
              <a:t>    </a:t>
            </a:r>
            <a:r>
              <a:rPr lang="en-US" sz="1000" b="1" dirty="0"/>
              <a:t>if (Config == NULL) {</a:t>
            </a:r>
          </a:p>
          <a:p>
            <a:r>
              <a:rPr lang="en-US" sz="1000" dirty="0"/>
              <a:t>        </a:t>
            </a:r>
            <a:r>
              <a:rPr lang="en-US" sz="1000" b="1" dirty="0"/>
              <a:t>return XST_FAILURE;</a:t>
            </a:r>
          </a:p>
          <a:p>
            <a:r>
              <a:rPr lang="en-US" sz="1000" dirty="0"/>
              <a:t>    }</a:t>
            </a:r>
          </a:p>
          <a:p>
            <a:endParaRPr lang="en-US" sz="1000" dirty="0"/>
          </a:p>
          <a:p>
            <a:r>
              <a:rPr lang="en-US" sz="1000" dirty="0"/>
              <a:t>    Status = </a:t>
            </a:r>
            <a:r>
              <a:rPr lang="en-US" sz="1000" dirty="0" err="1"/>
              <a:t>XUartPs_CfgInitialize</a:t>
            </a:r>
            <a:r>
              <a:rPr lang="en-US" sz="1000" dirty="0"/>
              <a:t>(&amp;</a:t>
            </a:r>
            <a:r>
              <a:rPr lang="en-US" sz="1000" dirty="0" err="1"/>
              <a:t>Uart_Ps</a:t>
            </a:r>
            <a:r>
              <a:rPr lang="en-US" sz="1000" dirty="0"/>
              <a:t>, Config, Config-&gt;</a:t>
            </a:r>
            <a:r>
              <a:rPr lang="en-US" sz="1000" dirty="0" err="1"/>
              <a:t>BaseAddress</a:t>
            </a:r>
            <a:r>
              <a:rPr lang="en-US" sz="1000" dirty="0"/>
              <a:t>);</a:t>
            </a:r>
          </a:p>
          <a:p>
            <a:r>
              <a:rPr lang="en-US" sz="1000" dirty="0"/>
              <a:t>    </a:t>
            </a:r>
            <a:r>
              <a:rPr lang="en-US" sz="1000" b="1" dirty="0"/>
              <a:t>if (Status != XST_SUCCESS) {</a:t>
            </a:r>
          </a:p>
          <a:p>
            <a:r>
              <a:rPr lang="en-US" sz="1000" dirty="0"/>
              <a:t>        </a:t>
            </a:r>
            <a:r>
              <a:rPr lang="en-US" sz="1000" b="1" dirty="0"/>
              <a:t>return XST_FAILURE;</a:t>
            </a:r>
          </a:p>
          <a:p>
            <a:r>
              <a:rPr lang="en-US" sz="1000" dirty="0"/>
              <a:t>    }</a:t>
            </a:r>
          </a:p>
          <a:p>
            <a:endParaRPr lang="en-US" sz="1000" dirty="0"/>
          </a:p>
          <a:p>
            <a:r>
              <a:rPr lang="en-US" sz="1000" dirty="0"/>
              <a:t>    </a:t>
            </a:r>
            <a:r>
              <a:rPr lang="en-US" sz="1000" dirty="0" err="1"/>
              <a:t>UartPs_SendString</a:t>
            </a:r>
            <a:r>
              <a:rPr lang="en-US" sz="1000" dirty="0"/>
              <a:t>(</a:t>
            </a:r>
            <a:r>
              <a:rPr lang="en-US" sz="1000" dirty="0" err="1"/>
              <a:t>Uart_Ps.Config.BaseAddress</a:t>
            </a:r>
            <a:r>
              <a:rPr lang="en-US" sz="1000" dirty="0"/>
              <a:t>, "UART Initialized.\r\n");</a:t>
            </a:r>
          </a:p>
          <a:p>
            <a:endParaRPr lang="en-US" sz="1000" dirty="0"/>
          </a:p>
          <a:p>
            <a:r>
              <a:rPr lang="en-US" sz="1000" dirty="0"/>
              <a:t>    </a:t>
            </a:r>
            <a:r>
              <a:rPr lang="en-US" sz="1000" b="1" dirty="0"/>
              <a:t>while (1) {</a:t>
            </a:r>
          </a:p>
          <a:p>
            <a:r>
              <a:rPr lang="en-US" sz="1000" dirty="0"/>
              <a:t>        </a:t>
            </a:r>
            <a:r>
              <a:rPr lang="en-US" sz="1000" b="1" dirty="0"/>
              <a:t>if (</a:t>
            </a:r>
            <a:r>
              <a:rPr lang="en-US" sz="1000" b="1" dirty="0" err="1"/>
              <a:t>XUartPs_IsReceiveData</a:t>
            </a:r>
            <a:r>
              <a:rPr lang="en-US" sz="1000" b="1" dirty="0"/>
              <a:t>(</a:t>
            </a:r>
            <a:r>
              <a:rPr lang="en-US" sz="1000" b="1" dirty="0" err="1"/>
              <a:t>Uart_Ps.Config.BaseAddress</a:t>
            </a:r>
            <a:r>
              <a:rPr lang="en-US" sz="1000" b="1" dirty="0"/>
              <a:t>)) {</a:t>
            </a:r>
          </a:p>
          <a:p>
            <a:r>
              <a:rPr lang="en-US" sz="1000" dirty="0"/>
              <a:t>            u8 c = </a:t>
            </a:r>
            <a:r>
              <a:rPr lang="en-US" sz="1000" dirty="0" err="1"/>
              <a:t>XUartPs_RecvByte</a:t>
            </a:r>
            <a:r>
              <a:rPr lang="en-US" sz="1000" dirty="0"/>
              <a:t>(</a:t>
            </a:r>
            <a:r>
              <a:rPr lang="en-US" sz="1000" dirty="0" err="1"/>
              <a:t>Uart_Ps.Config.BaseAddress</a:t>
            </a:r>
            <a:r>
              <a:rPr lang="en-US" sz="1000" dirty="0"/>
              <a:t>);</a:t>
            </a:r>
          </a:p>
          <a:p>
            <a:endParaRPr lang="en-US" sz="1000" dirty="0"/>
          </a:p>
          <a:p>
            <a:r>
              <a:rPr lang="en-US" sz="1000" dirty="0"/>
              <a:t>            </a:t>
            </a:r>
            <a:r>
              <a:rPr lang="en-US" sz="1000" dirty="0" err="1"/>
              <a:t>UartPs_SendString</a:t>
            </a:r>
            <a:r>
              <a:rPr lang="en-US" sz="1000" dirty="0"/>
              <a:t>(</a:t>
            </a:r>
            <a:r>
              <a:rPr lang="en-US" sz="1000" dirty="0" err="1"/>
              <a:t>Uart_Ps.Config.BaseAddress</a:t>
            </a:r>
            <a:r>
              <a:rPr lang="en-US" sz="1000" dirty="0"/>
              <a:t>, "\r\n[INFO] You typed: ");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XUartPs_SendByte</a:t>
            </a:r>
            <a:r>
              <a:rPr lang="en-US" sz="1000" dirty="0"/>
              <a:t>(</a:t>
            </a:r>
            <a:r>
              <a:rPr lang="en-US" sz="1000" dirty="0" err="1"/>
              <a:t>Uart_Ps.Config.BaseAddress</a:t>
            </a:r>
            <a:r>
              <a:rPr lang="en-US" sz="1000" dirty="0"/>
              <a:t>, c);</a:t>
            </a:r>
          </a:p>
          <a:p>
            <a:r>
              <a:rPr lang="en-US" sz="1000" dirty="0"/>
              <a:t>        }</a:t>
            </a:r>
          </a:p>
          <a:p>
            <a:r>
              <a:rPr lang="en-US" sz="1000" dirty="0"/>
              <a:t>    }</a:t>
            </a:r>
          </a:p>
          <a:p>
            <a:r>
              <a:rPr lang="en-US" sz="1000" dirty="0"/>
              <a:t>}</a:t>
            </a:r>
          </a:p>
          <a:p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4EA05D-1D94-E122-C688-D6E49B9ADFCE}"/>
              </a:ext>
            </a:extLst>
          </p:cNvPr>
          <p:cNvSpPr txBox="1"/>
          <p:nvPr/>
        </p:nvSpPr>
        <p:spPr>
          <a:xfrm>
            <a:off x="5880618" y="5248287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복사용 </a:t>
            </a:r>
            <a:r>
              <a:rPr lang="en-US" altLang="ko-KR" dirty="0"/>
              <a:t>Code</a:t>
            </a:r>
            <a:endParaRPr 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F982D60-D2B0-1E5B-6B99-D7FB5A56FDBC}"/>
              </a:ext>
            </a:extLst>
          </p:cNvPr>
          <p:cNvSpPr/>
          <p:nvPr/>
        </p:nvSpPr>
        <p:spPr>
          <a:xfrm>
            <a:off x="2845734" y="1800734"/>
            <a:ext cx="468966" cy="1614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4BC01B3-9372-ACFF-20E3-7AA4CFEB82D0}"/>
              </a:ext>
            </a:extLst>
          </p:cNvPr>
          <p:cNvSpPr/>
          <p:nvPr/>
        </p:nvSpPr>
        <p:spPr>
          <a:xfrm>
            <a:off x="2921934" y="5515484"/>
            <a:ext cx="364191" cy="1995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21E74FF-CD60-6BCB-C977-3B7F1CA56D37}"/>
              </a:ext>
            </a:extLst>
          </p:cNvPr>
          <p:cNvSpPr/>
          <p:nvPr/>
        </p:nvSpPr>
        <p:spPr>
          <a:xfrm>
            <a:off x="4274483" y="6243926"/>
            <a:ext cx="611841" cy="22066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124D47D-C688-EFBD-6EBA-2E67346534B4}"/>
              </a:ext>
            </a:extLst>
          </p:cNvPr>
          <p:cNvSpPr/>
          <p:nvPr/>
        </p:nvSpPr>
        <p:spPr>
          <a:xfrm>
            <a:off x="6008034" y="1800734"/>
            <a:ext cx="468966" cy="1614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0ED02-2685-96D3-BA75-5293606B8777}"/>
              </a:ext>
            </a:extLst>
          </p:cNvPr>
          <p:cNvSpPr txBox="1"/>
          <p:nvPr/>
        </p:nvSpPr>
        <p:spPr>
          <a:xfrm>
            <a:off x="778289" y="122775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우클릭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78032-22C9-A65F-A51B-0B2D51D354A5}"/>
              </a:ext>
            </a:extLst>
          </p:cNvPr>
          <p:cNvSpPr txBox="1"/>
          <p:nvPr/>
        </p:nvSpPr>
        <p:spPr>
          <a:xfrm>
            <a:off x="6500389" y="1696335"/>
            <a:ext cx="348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더블클릭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복사한 코드 붙여넣기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719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42882-88D5-659E-B738-A057E102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9B7C122-1D2D-0181-3DAE-8786B6C48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29" y="1232424"/>
            <a:ext cx="7008647" cy="4543765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565C6E-912B-B9AC-340B-6887E27C6B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76846-720E-07F1-66C9-DD29E736ED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</a:t>
            </a:r>
            <a:r>
              <a:rPr lang="ko-KR" altLang="en-US" sz="2000" dirty="0">
                <a:solidFill>
                  <a:srgbClr val="147BD1"/>
                </a:solidFill>
              </a:rPr>
              <a:t> </a:t>
            </a:r>
            <a:r>
              <a:rPr lang="en-US" altLang="ko-KR" sz="2000" dirty="0">
                <a:solidFill>
                  <a:srgbClr val="147BD1"/>
                </a:solidFill>
              </a:rPr>
              <a:t>– Debug &amp; Build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026D13B-E822-C727-2B88-EC061DEC406E}"/>
              </a:ext>
            </a:extLst>
          </p:cNvPr>
          <p:cNvSpPr/>
          <p:nvPr/>
        </p:nvSpPr>
        <p:spPr>
          <a:xfrm>
            <a:off x="1254327" y="1501795"/>
            <a:ext cx="240365" cy="17753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6B577ED-0BB1-E307-39F8-B540C305173B}"/>
              </a:ext>
            </a:extLst>
          </p:cNvPr>
          <p:cNvSpPr/>
          <p:nvPr/>
        </p:nvSpPr>
        <p:spPr>
          <a:xfrm>
            <a:off x="1907891" y="5188701"/>
            <a:ext cx="1793671" cy="183399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572995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5F4F-9F15-074C-BAFB-EF71A6FE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4F001B-E6FE-59C0-847D-0B5B2FF7EFF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</a:t>
            </a:r>
            <a:r>
              <a:rPr lang="ko-KR" altLang="en-US" sz="2000" dirty="0">
                <a:solidFill>
                  <a:srgbClr val="147BD1"/>
                </a:solidFill>
              </a:rPr>
              <a:t> </a:t>
            </a:r>
            <a:r>
              <a:rPr lang="en-US" altLang="ko-KR" sz="2000" dirty="0">
                <a:solidFill>
                  <a:srgbClr val="147BD1"/>
                </a:solidFill>
              </a:rPr>
              <a:t>– </a:t>
            </a:r>
            <a:r>
              <a:rPr lang="ko-KR" altLang="en-US" sz="2000" dirty="0">
                <a:solidFill>
                  <a:srgbClr val="147BD1"/>
                </a:solidFill>
              </a:rPr>
              <a:t>보드 설정 및 </a:t>
            </a:r>
            <a:r>
              <a:rPr lang="en-US" altLang="ko-KR" sz="2000" dirty="0">
                <a:solidFill>
                  <a:srgbClr val="147BD1"/>
                </a:solidFill>
              </a:rPr>
              <a:t>Terminal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D9945BB-E131-F862-E3CA-0F982E6BAA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pic>
        <p:nvPicPr>
          <p:cNvPr id="9" name="내용 개체 틀 4">
            <a:extLst>
              <a:ext uri="{FF2B5EF4-FFF2-40B4-BE49-F238E27FC236}">
                <a16:creationId xmlns:a16="http://schemas.microsoft.com/office/drawing/2014/main" id="{7D68E5F3-F1C2-50B9-2D1D-67191891F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4" t="21072" r="26584" b="7748"/>
          <a:stretch>
            <a:fillRect/>
          </a:stretch>
        </p:blipFill>
        <p:spPr>
          <a:xfrm>
            <a:off x="350514" y="1696916"/>
            <a:ext cx="6134519" cy="4062046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5856495-2793-288A-4134-529E2B63D829}"/>
              </a:ext>
            </a:extLst>
          </p:cNvPr>
          <p:cNvSpPr/>
          <p:nvPr/>
        </p:nvSpPr>
        <p:spPr>
          <a:xfrm>
            <a:off x="4158763" y="2927838"/>
            <a:ext cx="1055076" cy="64184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0CEB6A-186F-9151-F2A9-95B3A84998F5}"/>
              </a:ext>
            </a:extLst>
          </p:cNvPr>
          <p:cNvSpPr txBox="1"/>
          <p:nvPr/>
        </p:nvSpPr>
        <p:spPr>
          <a:xfrm>
            <a:off x="961235" y="1301130"/>
            <a:ext cx="529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파란 커넥터를 오른쪽 두개 </a:t>
            </a:r>
            <a:r>
              <a:rPr lang="en-US" altLang="ko-KR" dirty="0">
                <a:solidFill>
                  <a:srgbClr val="FF0000"/>
                </a:solidFill>
              </a:rPr>
              <a:t>(JTAG)</a:t>
            </a:r>
            <a:r>
              <a:rPr lang="ko-KR" altLang="en-US" dirty="0">
                <a:solidFill>
                  <a:srgbClr val="FF0000"/>
                </a:solidFill>
              </a:rPr>
              <a:t>로 선택합니다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7E40E17-8161-AF88-F939-E7F1C6114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914" y="718592"/>
            <a:ext cx="4470583" cy="293164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8FB7258-C49C-6301-3CDB-6A93540B0D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989" y="2494638"/>
            <a:ext cx="2915057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276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57795-00C3-2AC4-FE65-98891C225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60DC69D-DFF7-8052-08F2-EE1B8BFCE26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DB9474-A914-A63F-4D7B-868DEF57146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 – Serial Monitor </a:t>
            </a:r>
            <a:r>
              <a:rPr lang="ko-KR" altLang="en-US" sz="2000" dirty="0">
                <a:solidFill>
                  <a:srgbClr val="147BD1"/>
                </a:solidFill>
              </a:rPr>
              <a:t>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575D00-9A70-B900-2D12-8F6FBF0A6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52" y="1528862"/>
            <a:ext cx="6388760" cy="41685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F09B30E-F379-5A0D-999E-9480C6EE2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703" y="2023993"/>
            <a:ext cx="3486637" cy="2676899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01B911A-4D4C-DE96-06D8-C0496EE95F0D}"/>
              </a:ext>
            </a:extLst>
          </p:cNvPr>
          <p:cNvSpPr/>
          <p:nvPr/>
        </p:nvSpPr>
        <p:spPr>
          <a:xfrm>
            <a:off x="5679831" y="4609193"/>
            <a:ext cx="202223" cy="20020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1B3912F-D3CE-B274-DDEA-582FA5D8707C}"/>
              </a:ext>
            </a:extLst>
          </p:cNvPr>
          <p:cNvSpPr/>
          <p:nvPr/>
        </p:nvSpPr>
        <p:spPr>
          <a:xfrm>
            <a:off x="2488899" y="4609192"/>
            <a:ext cx="597202" cy="20020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265A80C-BF20-59DF-C391-79858FC22164}"/>
              </a:ext>
            </a:extLst>
          </p:cNvPr>
          <p:cNvSpPr/>
          <p:nvPr/>
        </p:nvSpPr>
        <p:spPr>
          <a:xfrm>
            <a:off x="8557524" y="3104924"/>
            <a:ext cx="955753" cy="192191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195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23C1-EF3F-FBAE-DBD9-EA360B07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6A3F4B-B0F9-0210-7CD3-62F8F2F8D1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99" t="3974" r="5510" b="6944"/>
          <a:stretch>
            <a:fillRect/>
          </a:stretch>
        </p:blipFill>
        <p:spPr>
          <a:xfrm>
            <a:off x="509954" y="1234364"/>
            <a:ext cx="3247144" cy="3044881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2DF683E-2420-109E-888E-20EE74FE5A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69751-C562-6BC3-E45E-869F67DF21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 – Serial Monitor </a:t>
            </a:r>
            <a:r>
              <a:rPr lang="ko-KR" altLang="en-US" sz="2000" dirty="0">
                <a:solidFill>
                  <a:srgbClr val="147BD1"/>
                </a:solidFill>
              </a:rPr>
              <a:t>설정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7CE571E-EC04-85DF-C824-68CD78AB5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427" y="1676588"/>
            <a:ext cx="3531741" cy="393702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B2A508B-B599-13C6-959D-0936AFED9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3849" y="2478993"/>
            <a:ext cx="5121942" cy="372683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56F578B-D653-1344-946A-3291EFD22CAA}"/>
              </a:ext>
            </a:extLst>
          </p:cNvPr>
          <p:cNvSpPr/>
          <p:nvPr/>
        </p:nvSpPr>
        <p:spPr>
          <a:xfrm>
            <a:off x="509954" y="1676588"/>
            <a:ext cx="668215" cy="27530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39D807F-5853-D28D-E396-9C5CA1E84070}"/>
              </a:ext>
            </a:extLst>
          </p:cNvPr>
          <p:cNvSpPr/>
          <p:nvPr/>
        </p:nvSpPr>
        <p:spPr>
          <a:xfrm>
            <a:off x="2754923" y="5605712"/>
            <a:ext cx="1113692" cy="15557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475953-75BA-9EE6-A11F-7464FCF33E2B}"/>
              </a:ext>
            </a:extLst>
          </p:cNvPr>
          <p:cNvSpPr/>
          <p:nvPr/>
        </p:nvSpPr>
        <p:spPr>
          <a:xfrm>
            <a:off x="8836269" y="2679015"/>
            <a:ext cx="448408" cy="25761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5097358-9F52-F803-DFB3-304E9AF7B916}"/>
              </a:ext>
            </a:extLst>
          </p:cNvPr>
          <p:cNvCxnSpPr>
            <a:stCxn id="8" idx="3"/>
          </p:cNvCxnSpPr>
          <p:nvPr/>
        </p:nvCxnSpPr>
        <p:spPr>
          <a:xfrm flipV="1">
            <a:off x="3868615" y="2936630"/>
            <a:ext cx="4967654" cy="274687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2A5B2B-AD52-EC3F-0D39-8AE5AF8FAA2F}"/>
              </a:ext>
            </a:extLst>
          </p:cNvPr>
          <p:cNvSpPr/>
          <p:nvPr/>
        </p:nvSpPr>
        <p:spPr>
          <a:xfrm>
            <a:off x="8836268" y="2998177"/>
            <a:ext cx="523417" cy="19606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413F4E0-530B-2DE2-33BE-CF194A120D0E}"/>
              </a:ext>
            </a:extLst>
          </p:cNvPr>
          <p:cNvSpPr/>
          <p:nvPr/>
        </p:nvSpPr>
        <p:spPr>
          <a:xfrm>
            <a:off x="9324517" y="5269522"/>
            <a:ext cx="971350" cy="28721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87421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B70E6-1475-85F4-00F2-96445AB0B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611297-BDDE-28E1-7EE0-3A7E3CDC744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32B2AC-E415-CFF6-0E6E-20BB5B6208F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147BD1"/>
                </a:solidFill>
              </a:rPr>
              <a:t>2. Vitis Software Design – Program Upload</a:t>
            </a:r>
            <a:endParaRPr lang="ko-KR" altLang="en-US" sz="2000" dirty="0">
              <a:solidFill>
                <a:srgbClr val="147BD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144E86-3536-976C-7B49-9E71C25A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39" y="1493151"/>
            <a:ext cx="6308742" cy="411634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2C1D92-72DD-58E4-AC72-75FD46FE1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382" y="2102094"/>
            <a:ext cx="3086531" cy="2048161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D8A3C56-6A90-82C0-C709-96463F24BB94}"/>
              </a:ext>
            </a:extLst>
          </p:cNvPr>
          <p:cNvSpPr/>
          <p:nvPr/>
        </p:nvSpPr>
        <p:spPr>
          <a:xfrm>
            <a:off x="1548626" y="1688122"/>
            <a:ext cx="297758" cy="25497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0676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10423</TotalTime>
  <Words>628</Words>
  <Application>Microsoft Office PowerPoint</Application>
  <PresentationFormat>와이드스크린</PresentationFormat>
  <Paragraphs>119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4" baseType="lpstr">
      <vt:lpstr>나눔스퀘어 네오 Regular</vt:lpstr>
      <vt:lpstr>맑은 고딕</vt:lpstr>
      <vt:lpstr>Arial</vt:lpstr>
      <vt:lpstr>Office 테마</vt:lpstr>
      <vt:lpstr>SOC301 | ARM Programming</vt:lpstr>
      <vt:lpstr>PowerPoint 프레젠테이션</vt:lpstr>
      <vt:lpstr>PowerPoint 프레젠테이션</vt:lpstr>
      <vt:lpstr>1. Hardware(PL) Design &amp; Export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2. Software(PS) Design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UART Control with ARM</dc:title>
  <dc:creator>예빈 문</dc:creator>
  <cp:lastModifiedBy>Seungan Woo</cp:lastModifiedBy>
  <cp:revision>582</cp:revision>
  <dcterms:created xsi:type="dcterms:W3CDTF">2024-09-20T05:42:48Z</dcterms:created>
  <dcterms:modified xsi:type="dcterms:W3CDTF">2026-09-17T13:26:59Z</dcterms:modified>
</cp:coreProperties>
</file>