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70" r:id="rId2"/>
    <p:sldId id="277" r:id="rId3"/>
    <p:sldId id="298" r:id="rId4"/>
    <p:sldId id="313" r:id="rId5"/>
    <p:sldId id="314" r:id="rId6"/>
    <p:sldId id="306" r:id="rId7"/>
    <p:sldId id="312" r:id="rId8"/>
    <p:sldId id="311" r:id="rId9"/>
    <p:sldId id="310" r:id="rId10"/>
    <p:sldId id="309" r:id="rId11"/>
    <p:sldId id="308" r:id="rId12"/>
    <p:sldId id="307" r:id="rId13"/>
    <p:sldId id="315" r:id="rId14"/>
    <p:sldId id="316" r:id="rId15"/>
    <p:sldId id="317" r:id="rId16"/>
    <p:sldId id="318" r:id="rId17"/>
    <p:sldId id="319" r:id="rId18"/>
    <p:sldId id="320" r:id="rId19"/>
    <p:sldId id="321" r:id="rId20"/>
    <p:sldId id="292" r:id="rId21"/>
    <p:sldId id="323" r:id="rId22"/>
    <p:sldId id="324" r:id="rId23"/>
    <p:sldId id="294" r:id="rId24"/>
    <p:sldId id="325" r:id="rId25"/>
    <p:sldId id="326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4D09D44-E933-426A-8F7A-A670F4423266}">
          <p14:sldIdLst>
            <p14:sldId id="270"/>
            <p14:sldId id="277"/>
            <p14:sldId id="298"/>
            <p14:sldId id="313"/>
            <p14:sldId id="314"/>
            <p14:sldId id="306"/>
            <p14:sldId id="312"/>
            <p14:sldId id="311"/>
            <p14:sldId id="310"/>
            <p14:sldId id="309"/>
            <p14:sldId id="308"/>
            <p14:sldId id="307"/>
            <p14:sldId id="315"/>
            <p14:sldId id="316"/>
            <p14:sldId id="317"/>
            <p14:sldId id="318"/>
            <p14:sldId id="319"/>
            <p14:sldId id="320"/>
            <p14:sldId id="321"/>
            <p14:sldId id="292"/>
            <p14:sldId id="323"/>
            <p14:sldId id="324"/>
            <p14:sldId id="294"/>
            <p14:sldId id="325"/>
            <p14:sldId id="32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4" userDrawn="1">
          <p15:clr>
            <a:srgbClr val="A4A3A4"/>
          </p15:clr>
        </p15:guide>
        <p15:guide id="2" pos="257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orient="horz" pos="411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BE9"/>
    <a:srgbClr val="1DCAD3"/>
    <a:srgbClr val="147ED1"/>
    <a:srgbClr val="147BD1"/>
    <a:srgbClr val="93DA49"/>
    <a:srgbClr val="FFB71B"/>
    <a:srgbClr val="EA0029"/>
    <a:srgbClr val="00A376"/>
    <a:srgbClr val="D50057"/>
    <a:srgbClr val="FF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74794" autoAdjust="0"/>
  </p:normalViewPr>
  <p:slideViewPr>
    <p:cSldViewPr snapToGrid="0" showGuides="1">
      <p:cViewPr varScale="1">
        <p:scale>
          <a:sx n="122" d="100"/>
          <a:sy n="122" d="100"/>
        </p:scale>
        <p:origin x="4374" y="90"/>
      </p:cViewPr>
      <p:guideLst>
        <p:guide orient="horz" pos="164"/>
        <p:guide pos="257"/>
        <p:guide pos="7401"/>
        <p:guide orient="horz" pos="411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78" d="100"/>
          <a:sy n="78" d="100"/>
        </p:scale>
        <p:origin x="396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FA37033-ED58-7468-B3A7-D86EC993E40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F50E057-5885-7CF0-A566-F1509F15EC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8A9B2-778C-433C-8A06-393197C1381D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110CC0-26F9-7A19-1D7F-586CF7E94F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30F5FF-528F-49FD-EB3A-E1235211DB5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A8D64-9144-4D65-95FF-539FB0414D4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73662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1B2C73-F33F-494A-BC1B-E1D751896FFE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DF360B-A3AE-4175-B4D3-5B0EB60874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530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610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61711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8F51-59EB-3CF8-7D2E-5824F262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C4485E-CE6F-8C1F-E125-01FE426B2D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EC0D96-331D-4321-9C53-DE3028B060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Vivado</a:t>
            </a:r>
            <a:r>
              <a:rPr lang="ko-KR" altLang="en-US" dirty="0"/>
              <a:t>를 실행하고 </a:t>
            </a:r>
            <a:r>
              <a:rPr lang="en-US" altLang="ko-KR" dirty="0"/>
              <a:t>Create Project </a:t>
            </a:r>
            <a:r>
              <a:rPr lang="ko-KR" altLang="en-US" dirty="0"/>
              <a:t>클릭 후 </a:t>
            </a:r>
            <a:r>
              <a:rPr lang="en-US" altLang="ko-KR" dirty="0"/>
              <a:t>next</a:t>
            </a:r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0241-293F-47A5-E025-5B32AA69A2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45874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F1112-28EE-4326-90CB-DD8C7B426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C15CE44-620B-1FB2-17C8-DDF1C417E4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1CEC84-631B-A069-5B4F-00857F57AF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76432F-7E21-A40A-7A71-4D59219BEA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42968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41238-25A5-C6EF-52FF-D23CED1C3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36A669-6FDC-B0D5-2246-A8E75D48A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A7F43F-8BAB-EFCE-7D10-C7E44CAB4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4AF0F0-3CF6-517B-6E03-A781376072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606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C505F-1746-79AF-32CE-DC021D465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38B1CF1-AB1C-BA01-FC18-8B4A0A2550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52BEE2C-9EE4-F985-B0C8-B021325808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A9EE04-074B-8B37-551A-A5807898F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76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FFBB7-12B8-771B-699F-748DBE729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C66D2B-0D5A-513E-154C-851F3DB622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B4CAD-43FF-3296-C6F0-28DE60CBCB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EB249A-29F8-36EE-3814-F03E04A568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8710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E495C-03BA-8CDD-8254-0E8A76FF4C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D8700D-41B6-F72A-7FA6-A40AFFA1A6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46E4EF-9A31-A5C4-7947-E578CACB9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F0A4CA-2A95-E511-F3FE-BE2AF43EB1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9529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BC593-0577-A5B8-1F3E-3A9A458AE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9BCF1E2-7562-2478-DC60-07A5692FD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B937F9-FC84-8B6A-09D2-DAE6A5060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4DFF78-500C-FF97-E343-B85B088BE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83669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386C0-8F04-FB2C-BDB3-B205E9B2B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761D396-70DA-7780-C273-BCBCC1A1E5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79E283-EE85-84F5-5393-388C68B9F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F33947-871D-7E0F-7BAE-AA178A1565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35926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3637D-2157-93C2-BBD7-B13F3DB8D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726998-6968-C65F-30F8-25F1A73405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8032A7-7666-8F96-0AD8-A424191ABA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C4AE83-7DE2-1721-396A-1AF3C786EB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980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78051-591E-C478-5042-220020B4A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197647-1E93-A329-77FA-A556AC8E8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194475-9C0E-423E-A862-5373DDEE80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D70A46-3383-9B59-9262-A23B37EB1B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3298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03F38-A803-EEE3-2928-502EC12AC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F359A8-DF70-A8F0-A0B7-C0E192825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5E6476-3442-A506-C718-5D83BBAF1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0161FE-043B-AF86-045C-A5092EB3D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7635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05196-E22C-9592-C428-C67B72366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27248A-C807-EAEF-2959-59E159A088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D106F6-45BB-45D9-4BE7-8E83A0508A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43D95B-AF59-6F7A-48F7-663D441ED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90166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19352-684D-42C9-7757-FA3CFACF9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E7FA90-0370-55B5-AC35-6A34992B6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583D15-899D-F53B-D139-4EF2F9D34F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5ACAFE-134B-4D2A-DB95-0E4B901BBB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2520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FC288-4DED-B273-FE95-29D0217B6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BAFCF8-E1A1-4D30-64B2-FD69E6DFDD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5CA087-C0D7-02AF-4D32-58F29051DF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A5C126-B4D1-FAC2-2ABA-5AA65D2B85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2097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82866-27CD-3DAD-3819-3DFE579C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2277A2-EAC7-42D9-1145-7512A7B27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2A478D-1766-F861-2521-EF27568819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B3458D-443E-0FE8-CC88-6B066D597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66492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FBA94-5FF8-988A-055F-3B1E52DE6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218D75-E847-86B6-A21C-2C230805C9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C0C0031-1F06-88E9-00D4-D24973F6C3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8CCC79-6AB4-BC0A-4776-0F80CF7EC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40853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6DE06-3135-F300-6120-6C9F73E55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D8AD6EC-C845-68EA-2386-D5B29A3A5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FCF056-7EE0-E40C-D331-589250900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413E14-9321-5F8F-74E8-C82FDFAA31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81975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814117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F2E3C-9F0A-E217-D1FE-56B4EE858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A01690-B6DA-057A-FF0C-375D43FD75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94176C-9B29-F9D7-C214-C779C9455B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C7D403-F58E-48B6-0506-B04406C5E1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00860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5BEE9-89DC-0A83-BE71-6D58BF444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EFA75-0435-0F9D-5381-8D705CDD5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9EDDF2-1321-B001-A434-60ABBD386C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49F415-585C-9C8D-044B-4131EEB57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7515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84F1-04DB-9492-4708-32F98E899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64145F-51F7-5E41-31A6-01EA81FA4C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4C4FC18-EB9D-EB1B-4667-BDD4ED09A6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76426B-4E01-1909-6CA9-A212EAAD33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897569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50D6-6DBA-6EF4-82DF-CFB3FD756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F91C6F-53E4-B047-289C-38EE496DA7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F6DAE2-065B-52AF-5915-C49D1485B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44A7A-DBF9-DD15-BC72-7F1FC3F13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35505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5F65F-B713-0587-F4D9-D983719BE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3630F7-9D61-7601-9736-908C2D246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D815B4-80FE-879E-9550-E259321D4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65F45F-66B2-0549-ECC3-F40C45AB1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DF360B-A3AE-4175-B4D3-5B0EB608746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8386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0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2">
            <a:extLst>
              <a:ext uri="{FF2B5EF4-FFF2-40B4-BE49-F238E27FC236}">
                <a16:creationId xmlns:a16="http://schemas.microsoft.com/office/drawing/2014/main" id="{0A2B689D-8977-AD6A-3C69-6D92240020A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7667" y="2898545"/>
            <a:ext cx="282262" cy="75270"/>
          </a:xfrm>
          <a:prstGeom prst="rect">
            <a:avLst/>
          </a:prstGeom>
        </p:spPr>
      </p:pic>
      <p:sp>
        <p:nvSpPr>
          <p:cNvPr id="17" name="Title 32">
            <a:extLst>
              <a:ext uri="{FF2B5EF4-FFF2-40B4-BE49-F238E27FC236}">
                <a16:creationId xmlns:a16="http://schemas.microsoft.com/office/drawing/2014/main" id="{15344361-8496-51B6-866B-094BE72A15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6157" y="3207777"/>
            <a:ext cx="7689344" cy="442446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marL="0" lvl="0" indent="-228600">
              <a:buFont typeface="Arial" panose="020B0604020202020204" pitchFamily="34" charset="0"/>
            </a:pPr>
            <a:r>
              <a:rPr lang="en-US" dirty="0"/>
              <a:t>PRESENTATION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F993181B-10D9-9297-61FD-4CCD2845F2CF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56155" y="5363127"/>
            <a:ext cx="134696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소속기관명</a:t>
            </a:r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45613ED5-364D-70A2-FBDC-67AB945B8EF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6156" y="3959455"/>
            <a:ext cx="7689344" cy="4389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부제목을 입력해 주세요</a:t>
            </a:r>
            <a:endParaRPr lang="en-US" dirty="0"/>
          </a:p>
        </p:txBody>
      </p: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04CD1575-1C7B-CFAB-E034-1CB5FDC6F6D9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2128520" y="5359223"/>
            <a:ext cx="2896815" cy="384815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  <a:defRPr sz="1600" b="0" spc="-15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성함 직함</a:t>
            </a:r>
            <a:endParaRPr lang="en-US" altLang="ko-KR" dirty="0"/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1864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AC6ED3B-B028-3C6A-603A-7FEC1CF2A0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5669026" cy="68580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C47035B-5EFB-CC4F-96A0-93ECD02EFE5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38600" y="1644673"/>
            <a:ext cx="3325603" cy="3678525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F42CB39-D109-24BB-F6D0-0D47894AC977}"/>
              </a:ext>
            </a:extLst>
          </p:cNvPr>
          <p:cNvSpPr/>
          <p:nvPr userDrawn="1"/>
        </p:nvSpPr>
        <p:spPr>
          <a:xfrm>
            <a:off x="1838848" y="813916"/>
            <a:ext cx="3737345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EC3ED8-DCB6-B804-2AC4-6D3105DE41D9}"/>
              </a:ext>
            </a:extLst>
          </p:cNvPr>
          <p:cNvSpPr txBox="1"/>
          <p:nvPr userDrawn="1"/>
        </p:nvSpPr>
        <p:spPr>
          <a:xfrm>
            <a:off x="574525" y="575156"/>
            <a:ext cx="2804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>
                <a:solidFill>
                  <a:srgbClr val="147B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CONTENTS</a:t>
            </a:r>
            <a:endParaRPr lang="ko-KR" altLang="en-US" sz="2800" b="1" dirty="0">
              <a:solidFill>
                <a:srgbClr val="147BD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57AF3A-A4EB-0B0A-9D18-3723383EF21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36A8999-FDD4-0AD3-598F-C2CAE37EC25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E266866-8E2B-E06F-867C-AA402CB3245B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891" r="52827"/>
          <a:stretch/>
        </p:blipFill>
        <p:spPr>
          <a:xfrm rot="10800000">
            <a:off x="0" y="4991407"/>
            <a:ext cx="2225400" cy="1876097"/>
          </a:xfrm>
          <a:prstGeom prst="rect">
            <a:avLst/>
          </a:prstGeom>
        </p:spPr>
      </p:pic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C6627FCA-972B-4BB6-55FD-CE8B4728242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E4840E2-5E13-B055-1443-080C8EACE103}"/>
              </a:ext>
            </a:extLst>
          </p:cNvPr>
          <p:cNvSpPr/>
          <p:nvPr userDrawn="1"/>
        </p:nvSpPr>
        <p:spPr>
          <a:xfrm>
            <a:off x="3378685" y="10583"/>
            <a:ext cx="2290341" cy="432080"/>
          </a:xfrm>
          <a:prstGeom prst="rect">
            <a:avLst/>
          </a:prstGeom>
          <a:gradFill flip="none" rotWithShape="1">
            <a:gsLst>
              <a:gs pos="75000">
                <a:srgbClr val="FFFFFF"/>
              </a:gs>
              <a:gs pos="44100">
                <a:srgbClr val="FFFFFF"/>
              </a:gs>
              <a:gs pos="100000">
                <a:schemeClr val="bg1">
                  <a:alpha val="41000"/>
                </a:schemeClr>
              </a:gs>
              <a:gs pos="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917569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7C6BF1BD-65AB-9F9F-BBF8-02D82CB2EF4F}"/>
              </a:ext>
            </a:extLst>
          </p:cNvPr>
          <p:cNvGrpSpPr/>
          <p:nvPr userDrawn="1"/>
        </p:nvGrpSpPr>
        <p:grpSpPr>
          <a:xfrm>
            <a:off x="0" y="20686"/>
            <a:ext cx="12192000" cy="2801257"/>
            <a:chOff x="0" y="20686"/>
            <a:chExt cx="12192000" cy="2801257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9AC185F2-217E-FC8A-F79E-6207FBCF9F9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4341"/>
            <a:stretch/>
          </p:blipFill>
          <p:spPr>
            <a:xfrm>
              <a:off x="0" y="20686"/>
              <a:ext cx="12192000" cy="2694338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8EB42C5-A44E-941C-BD61-D4F388159019}"/>
                </a:ext>
              </a:extLst>
            </p:cNvPr>
            <p:cNvSpPr/>
            <p:nvPr userDrawn="1"/>
          </p:nvSpPr>
          <p:spPr>
            <a:xfrm>
              <a:off x="4749800" y="1357618"/>
              <a:ext cx="3086100" cy="14643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24E42BE8-63C9-AD43-B49A-36AB11AB458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099" r="37743" b="78275"/>
          <a:stretch/>
        </p:blipFill>
        <p:spPr>
          <a:xfrm rot="5400000">
            <a:off x="10192809" y="4800676"/>
            <a:ext cx="3057033" cy="92778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5" y="237245"/>
            <a:ext cx="887350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ABACC5D-C8EA-42F1-CA99-243C0146CA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4373" y="3493142"/>
            <a:ext cx="10744200" cy="1188720"/>
          </a:xfrm>
        </p:spPr>
        <p:txBody>
          <a:bodyPr anchor="t" anchorCtr="0">
            <a:noAutofit/>
          </a:bodyPr>
          <a:lstStyle>
            <a:lvl1pPr>
              <a:lnSpc>
                <a:spcPct val="130000"/>
              </a:lnSpc>
              <a:defRPr sz="2800" b="1" spc="-15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간지 내용을 입력해 주세요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366482A-6BF8-FFC6-47C6-24B31596039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6744" y="4004065"/>
            <a:ext cx="10827604" cy="677797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lnSpc>
                <a:spcPct val="130000"/>
              </a:lnSpc>
              <a:buNone/>
              <a:defRPr sz="20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내용을 입력해 주세요</a:t>
            </a:r>
            <a:endParaRPr 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97B5B7B-C0AC-3577-38A0-8DDD0EE019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25654" r="57737" b="59319"/>
          <a:stretch/>
        </p:blipFill>
        <p:spPr>
          <a:xfrm>
            <a:off x="379186" y="2976683"/>
            <a:ext cx="2131786" cy="361720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C0B63F71-8B17-75BA-431B-EC8B15CED286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798885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레이아웃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6">
            <a:extLst>
              <a:ext uri="{FF2B5EF4-FFF2-40B4-BE49-F238E27FC236}">
                <a16:creationId xmlns:a16="http://schemas.microsoft.com/office/drawing/2014/main" id="{F5FF8531-6602-6B50-A085-CDB91C415011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19DB3ED-6F85-3EFA-BBD1-BABB6B9C68D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01F753-9E37-C8DC-95FF-DF93DF3393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2" name="슬라이드 번호 개체 틀 4">
            <a:extLst>
              <a:ext uri="{FF2B5EF4-FFF2-40B4-BE49-F238E27FC236}">
                <a16:creationId xmlns:a16="http://schemas.microsoft.com/office/drawing/2014/main" id="{6A11B6C2-6061-3E55-077D-166C78B0ED7E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21699753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63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림 21">
            <a:extLst>
              <a:ext uri="{FF2B5EF4-FFF2-40B4-BE49-F238E27FC236}">
                <a16:creationId xmlns:a16="http://schemas.microsoft.com/office/drawing/2014/main" id="{3B83660C-63E0-0CAA-517A-56CE5094A9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19" name="내용 개체 틀 4">
            <a:extLst>
              <a:ext uri="{FF2B5EF4-FFF2-40B4-BE49-F238E27FC236}">
                <a16:creationId xmlns:a16="http://schemas.microsoft.com/office/drawing/2014/main" id="{58830C0C-E56C-3ECA-C9CA-D786D27DA36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84708" y="1722863"/>
            <a:ext cx="7688263" cy="1662693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본문 내용을 입력해 주세요</a:t>
            </a:r>
          </a:p>
        </p:txBody>
      </p:sp>
      <p:sp>
        <p:nvSpPr>
          <p:cNvPr id="20" name="내용 개체 틀 4">
            <a:extLst>
              <a:ext uri="{FF2B5EF4-FFF2-40B4-BE49-F238E27FC236}">
                <a16:creationId xmlns:a16="http://schemas.microsoft.com/office/drawing/2014/main" id="{DA2D460F-401E-946C-4819-5CAF1DEE37E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8437" y="1265135"/>
            <a:ext cx="7688263" cy="384780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064D8154-20AE-1DD0-D610-B24CF84C8A9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87224E7-8403-7591-6B1C-C031BE82A3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E5410BEA-4881-88D1-E737-C10291E66D4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CA10D5E0-0C61-CEB0-1EA0-431E53BBA66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7F29AE4C-4C6B-01FA-DB71-26C9389E469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63817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7B1C25-666F-3850-741D-F8453E0AD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8438" y="1447286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086742E4-6FBD-24DE-B85E-52C7A29DCB4E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477000" y="1446772"/>
            <a:ext cx="5276562" cy="4862073"/>
          </a:xfrm>
          <a:prstGeom prst="rect">
            <a:avLst/>
          </a:prstGeom>
        </p:spPr>
        <p:txBody>
          <a:bodyPr rIns="182880"/>
          <a:lstStyle>
            <a:lvl1pPr marL="280988" indent="-280988">
              <a:lnSpc>
                <a:spcPct val="130000"/>
              </a:lnSpc>
              <a:buClr>
                <a:srgbClr val="E31837"/>
              </a:buClr>
              <a:defRPr sz="1800" spc="-150"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1pPr>
            <a:lvl2pPr marL="633413" indent="-295275">
              <a:lnSpc>
                <a:spcPct val="130000"/>
              </a:lnSpc>
              <a:buFont typeface="Arial" panose="020B0604020202020204" pitchFamily="34" charset="0"/>
              <a:buChar char="–"/>
              <a:tabLst>
                <a:tab pos="801688" algn="l"/>
              </a:tabLst>
              <a:defRPr sz="16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2pPr>
            <a:lvl3pPr marL="858838" indent="-225425">
              <a:lnSpc>
                <a:spcPct val="130000"/>
              </a:lnSpc>
              <a:buFont typeface="Arial" panose="020B0604020202020204" pitchFamily="34" charset="0"/>
              <a:buChar char="–"/>
              <a:defRPr sz="1200" spc="-150">
                <a:solidFill>
                  <a:srgbClr val="6A6A6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6165312-91BD-A6B4-3DB8-FCCC95EBC28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내용 개체 틀 4">
            <a:extLst>
              <a:ext uri="{FF2B5EF4-FFF2-40B4-BE49-F238E27FC236}">
                <a16:creationId xmlns:a16="http://schemas.microsoft.com/office/drawing/2014/main" id="{443307DC-A9A4-0AF1-431B-CE8D866C6F0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EACB026E-116D-A154-5B23-D99661FC4A7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1514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9581B5-AD61-C855-0268-F70136A9FC8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707089-CB6C-150C-BF3E-38E3E399EA9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3D89CB-B719-EA94-FA05-4B1D5B5E9E4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87316" y="237245"/>
            <a:ext cx="887348" cy="370320"/>
          </a:xfrm>
          <a:prstGeom prst="rect">
            <a:avLst/>
          </a:prstGeom>
        </p:spPr>
      </p:pic>
      <p:sp>
        <p:nvSpPr>
          <p:cNvPr id="9" name="Rectangle 6">
            <a:extLst>
              <a:ext uri="{FF2B5EF4-FFF2-40B4-BE49-F238E27FC236}">
                <a16:creationId xmlns:a16="http://schemas.microsoft.com/office/drawing/2014/main" id="{C218C5B9-E411-1190-D487-C7629F665803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cdtText Placeholder 12 Id13">
            <a:extLst>
              <a:ext uri="{FF2B5EF4-FFF2-40B4-BE49-F238E27FC236}">
                <a16:creationId xmlns:a16="http://schemas.microsoft.com/office/drawing/2014/main" id="{AAF3BF8F-EA23-F148-B484-C055AFAA6127}"/>
              </a:ext>
            </a:extLst>
          </p:cNvPr>
          <p:cNvSpPr>
            <a:spLocks noGrp="1"/>
          </p:cNvSpPr>
          <p:nvPr>
            <p:ph type="body" sz="quarter" idx="14" hasCustomPrompt="1"/>
            <p:custDataLst>
              <p:tags r:id="rId1"/>
            </p:custDataLst>
          </p:nvPr>
        </p:nvSpPr>
        <p:spPr bwMode="auto">
          <a:xfrm>
            <a:off x="4864100" y="1663814"/>
            <a:ext cx="7327900" cy="392272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21" name="Bildplatzhalter 7">
            <a:extLst>
              <a:ext uri="{FF2B5EF4-FFF2-40B4-BE49-F238E27FC236}">
                <a16:creationId xmlns:a16="http://schemas.microsoft.com/office/drawing/2014/main" id="{8E616DC4-24DA-D652-DA34-FA51D618129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63814"/>
            <a:ext cx="3724650" cy="3922726"/>
          </a:xfrm>
        </p:spPr>
        <p:txBody>
          <a:bodyPr tIns="1800000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9CFBB3B-8459-B072-CE35-DD44739A71FB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4" name="내용 개체 틀 4">
            <a:extLst>
              <a:ext uri="{FF2B5EF4-FFF2-40B4-BE49-F238E27FC236}">
                <a16:creationId xmlns:a16="http://schemas.microsoft.com/office/drawing/2014/main" id="{43239AF0-F814-1FD7-257B-DDBBDB114EBC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슬라이드 번호 개체 틀 4">
            <a:extLst>
              <a:ext uri="{FF2B5EF4-FFF2-40B4-BE49-F238E27FC236}">
                <a16:creationId xmlns:a16="http://schemas.microsoft.com/office/drawing/2014/main" id="{6B8DCC5C-A8F6-8B61-A136-3FE8CE48A16C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537133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 구역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3516CDB-E9B6-C141-6F62-385284C8A5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2871" r="-16" b="-894"/>
          <a:stretch/>
        </p:blipFill>
        <p:spPr>
          <a:xfrm>
            <a:off x="0" y="0"/>
            <a:ext cx="1166974" cy="2319759"/>
          </a:xfrm>
          <a:prstGeom prst="rect">
            <a:avLst/>
          </a:prstGeom>
        </p:spPr>
      </p:pic>
      <p:sp>
        <p:nvSpPr>
          <p:cNvPr id="22" name="Rectangle 6">
            <a:extLst>
              <a:ext uri="{FF2B5EF4-FFF2-40B4-BE49-F238E27FC236}">
                <a16:creationId xmlns:a16="http://schemas.microsoft.com/office/drawing/2014/main" id="{CE4883FB-2488-2AEA-9DBF-6062CF83A16C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93A3342-6080-B045-1993-4AED439136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8" t="-2067" r="87106" b="70592"/>
          <a:stretch/>
        </p:blipFill>
        <p:spPr>
          <a:xfrm>
            <a:off x="10921941" y="4401819"/>
            <a:ext cx="1270060" cy="2465686"/>
          </a:xfrm>
          <a:prstGeom prst="rect">
            <a:avLst/>
          </a:prstGeom>
        </p:spPr>
      </p:pic>
      <p:sp>
        <p:nvSpPr>
          <p:cNvPr id="5" name="Bildplatzhalter 7">
            <a:extLst>
              <a:ext uri="{FF2B5EF4-FFF2-40B4-BE49-F238E27FC236}">
                <a16:creationId xmlns:a16="http://schemas.microsoft.com/office/drawing/2014/main" id="{D85258F4-62CE-F16F-9645-FF41CDB1D152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87400" y="1676514"/>
            <a:ext cx="3724650" cy="3910026"/>
          </a:xfrm>
        </p:spPr>
        <p:txBody>
          <a:bodyPr tIns="1800000" anchor="t">
            <a:normAutofit/>
          </a:bodyPr>
          <a:lstStyle>
            <a:lvl1pPr marL="0" indent="0" algn="ctr">
              <a:buNone/>
              <a:defRPr lang="en-US" sz="1800" noProof="0" dirty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 noProof="0" dirty="0"/>
              <a:t>이미지를 추가해 주세요</a:t>
            </a:r>
            <a:endParaRPr lang="en-US" noProof="0" dirty="0"/>
          </a:p>
        </p:txBody>
      </p:sp>
      <p:sp>
        <p:nvSpPr>
          <p:cNvPr id="6" name="내용 개체 틀 4">
            <a:extLst>
              <a:ext uri="{FF2B5EF4-FFF2-40B4-BE49-F238E27FC236}">
                <a16:creationId xmlns:a16="http://schemas.microsoft.com/office/drawing/2014/main" id="{BCDC8753-1F35-1528-64B1-335591BD4AA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2">
                    <a:lumMod val="50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98D4D303-C8FF-C353-4FA5-2C610350C5A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rgbClr val="147CD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8" name="cdtText Placeholder 12 Id13">
            <a:extLst>
              <a:ext uri="{FF2B5EF4-FFF2-40B4-BE49-F238E27FC236}">
                <a16:creationId xmlns:a16="http://schemas.microsoft.com/office/drawing/2014/main" id="{05432AFD-A799-FEA4-2069-2B09A5AC6813}"/>
              </a:ext>
            </a:extLst>
          </p:cNvPr>
          <p:cNvSpPr>
            <a:spLocks noGrp="1"/>
          </p:cNvSpPr>
          <p:nvPr>
            <p:ph type="body" sz="quarter" idx="21" hasCustomPrompt="1"/>
            <p:custDataLst>
              <p:tags r:id="rId1"/>
            </p:custDataLst>
          </p:nvPr>
        </p:nvSpPr>
        <p:spPr bwMode="auto">
          <a:xfrm>
            <a:off x="5032972" y="382135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9" name="cdtText Placeholder 12 Id13">
            <a:extLst>
              <a:ext uri="{FF2B5EF4-FFF2-40B4-BE49-F238E27FC236}">
                <a16:creationId xmlns:a16="http://schemas.microsoft.com/office/drawing/2014/main" id="{44EF8955-81F0-73C3-DF88-D85D87ED57DE}"/>
              </a:ext>
            </a:extLst>
          </p:cNvPr>
          <p:cNvSpPr>
            <a:spLocks noGrp="1"/>
          </p:cNvSpPr>
          <p:nvPr>
            <p:ph type="body" sz="quarter" idx="22" hasCustomPrompt="1"/>
            <p:custDataLst>
              <p:tags r:id="rId2"/>
            </p:custDataLst>
          </p:nvPr>
        </p:nvSpPr>
        <p:spPr bwMode="auto">
          <a:xfrm>
            <a:off x="5032973" y="1663814"/>
            <a:ext cx="6244627" cy="1765186"/>
          </a:xfrm>
          <a:solidFill>
            <a:srgbClr val="EBEBE9"/>
          </a:solidFill>
        </p:spPr>
        <p:txBody>
          <a:bodyPr lIns="288000" tIns="252000" rIns="576000" bIns="252000"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bg2"/>
              </a:buClr>
              <a:buFont typeface="Arial" pitchFamily="34" charset="0"/>
              <a:buNone/>
              <a:tabLst>
                <a:tab pos="5356720" algn="r"/>
              </a:tabLst>
              <a:defRPr sz="160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179910" indent="-17991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  <a:tabLst>
                <a:tab pos="5356720" algn="r"/>
              </a:tabLst>
              <a:defRPr sz="1400" b="0" spc="-150">
                <a:solidFill>
                  <a:srgbClr val="0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7991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800" b="1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3pPr>
            <a:lvl4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4pPr>
            <a:lvl5pPr marL="359820" indent="-179910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sz="1600" b="1" baseline="0">
                <a:solidFill>
                  <a:srgbClr val="000000"/>
                </a:solidFill>
                <a:latin typeface="나눔스퀘어 네오 Regular" panose="00000500000000000000" pitchFamily="2" charset="-127"/>
                <a:ea typeface="나눔스퀘어 네오 Regular" panose="00000500000000000000" pitchFamily="2" charset="-127"/>
              </a:defRPr>
            </a:lvl5pPr>
            <a:lvl6pPr marL="360183" indent="-180885">
              <a:lnSpc>
                <a:spcPct val="100000"/>
              </a:lnSpc>
              <a:spcBef>
                <a:spcPts val="500"/>
              </a:spcBef>
              <a:spcAft>
                <a:spcPts val="500"/>
              </a:spcAft>
              <a:buFont typeface="Arial" pitchFamily="34" charset="0"/>
              <a:buChar char="•"/>
              <a:tabLst>
                <a:tab pos="5356720" algn="r"/>
              </a:tabLst>
              <a:defRPr b="1"/>
            </a:lvl6pPr>
          </a:lstStyle>
          <a:p>
            <a:pPr lvl="0"/>
            <a:r>
              <a:rPr lang="ko-KR" altLang="en-US" noProof="0" dirty="0"/>
              <a:t>내용을 입력해 주세요</a:t>
            </a:r>
            <a:endParaRPr lang="en-US" altLang="ko-KR" noProof="0" dirty="0"/>
          </a:p>
          <a:p>
            <a:pPr lvl="1"/>
            <a:r>
              <a:rPr lang="ko-KR" altLang="en-US" noProof="0" dirty="0"/>
              <a:t>내용을 입력해 주세요</a:t>
            </a:r>
            <a:endParaRPr lang="en-US" altLang="ko-KR" noProof="0" dirty="0"/>
          </a:p>
        </p:txBody>
      </p:sp>
      <p:sp>
        <p:nvSpPr>
          <p:cNvPr id="4" name="슬라이드 번호 개체 틀 4">
            <a:extLst>
              <a:ext uri="{FF2B5EF4-FFF2-40B4-BE49-F238E27FC236}">
                <a16:creationId xmlns:a16="http://schemas.microsoft.com/office/drawing/2014/main" id="{4A7882DE-8F0D-5B26-23EB-0FCFD6159BE5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35633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">
    <p:bg>
      <p:bgPr>
        <a:gradFill>
          <a:gsLst>
            <a:gs pos="0">
              <a:srgbClr val="147BD1"/>
            </a:gs>
            <a:gs pos="100000">
              <a:srgbClr val="1DCAD3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D64FA5-CDB1-F994-65BE-0BE3473A03F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000"/>
          <a:stretch/>
        </p:blipFill>
        <p:spPr>
          <a:xfrm>
            <a:off x="9808505" y="3704117"/>
            <a:ext cx="2383495" cy="3153883"/>
          </a:xfrm>
          <a:prstGeom prst="rect">
            <a:avLst/>
          </a:prstGeom>
        </p:spPr>
      </p:pic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1545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953AF5-74C5-EA32-15A6-A2A81C8D990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39" t="27780"/>
          <a:stretch/>
        </p:blipFill>
        <p:spPr>
          <a:xfrm>
            <a:off x="0" y="0"/>
            <a:ext cx="4379984" cy="2614021"/>
          </a:xfrm>
          <a:prstGeom prst="rect">
            <a:avLst/>
          </a:prstGeom>
        </p:spPr>
      </p:pic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C7CAAF6-0D81-0DCB-296D-A9E665D79F7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ED072FD4-8691-B58C-84BF-7070B55A96C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B47B13F2-BD53-D01C-9069-5413AEC44D5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3835760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6" r="493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47BD1"/>
              </a:gs>
              <a:gs pos="100000">
                <a:srgbClr val="1DCAD3"/>
              </a:gs>
            </a:gsLst>
            <a:lin ang="0" scaled="0"/>
          </a:gradFill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94BC1758-BCD0-EFDE-D40D-3328166423D0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524256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강조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64538ECC-A452-5DE0-2C54-865A434A94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0" r="5270"/>
          <a:stretch/>
        </p:blipFill>
        <p:spPr>
          <a:xfrm>
            <a:off x="11860" y="0"/>
            <a:ext cx="12168280" cy="6858000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2B7B3518-26CB-355D-7DB5-1B211E753BC1}"/>
              </a:ext>
            </a:extLst>
          </p:cNvPr>
          <p:cNvSpPr/>
          <p:nvPr userDrawn="1"/>
        </p:nvSpPr>
        <p:spPr>
          <a:xfrm>
            <a:off x="-11860" y="0"/>
            <a:ext cx="12192000" cy="6858000"/>
          </a:xfrm>
          <a:prstGeom prst="rect">
            <a:avLst/>
          </a:prstGeom>
          <a:solidFill>
            <a:schemeClr val="dk1">
              <a:alpha val="7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4">
            <a:extLst>
              <a:ext uri="{FF2B5EF4-FFF2-40B4-BE49-F238E27FC236}">
                <a16:creationId xmlns:a16="http://schemas.microsoft.com/office/drawing/2014/main" id="{46002F36-FFAD-B4D5-4A66-5C0A43DC4642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1" name="내용 개체 틀 4">
            <a:extLst>
              <a:ext uri="{FF2B5EF4-FFF2-40B4-BE49-F238E27FC236}">
                <a16:creationId xmlns:a16="http://schemas.microsoft.com/office/drawing/2014/main" id="{A4E287ED-A70F-A637-2193-59961888DCC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38438" y="374362"/>
            <a:ext cx="7688263" cy="195971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400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  <p:sp>
        <p:nvSpPr>
          <p:cNvPr id="12" name="내용 개체 틀 4">
            <a:extLst>
              <a:ext uri="{FF2B5EF4-FFF2-40B4-BE49-F238E27FC236}">
                <a16:creationId xmlns:a16="http://schemas.microsoft.com/office/drawing/2014/main" id="{64C8EF82-2A0B-E9D3-036C-2352D68DEE6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8438" y="652173"/>
            <a:ext cx="7688263" cy="500352"/>
          </a:xfrm>
        </p:spPr>
        <p:txBody>
          <a:bodyPr>
            <a:norm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2200" b="1" spc="-15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내용을 입력해 주세요</a:t>
            </a:r>
          </a:p>
        </p:txBody>
      </p:sp>
    </p:spTree>
    <p:extLst>
      <p:ext uri="{BB962C8B-B14F-4D97-AF65-F5344CB8AC3E}">
        <p14:creationId xmlns:p14="http://schemas.microsoft.com/office/powerpoint/2010/main" val="133113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FC620FB5-B821-DD9F-5C14-6B031E01698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051" b="68742"/>
          <a:stretch/>
        </p:blipFill>
        <p:spPr>
          <a:xfrm rot="5400000">
            <a:off x="-347201" y="272317"/>
            <a:ext cx="1831557" cy="118556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883EA565-BB15-5BF3-4563-4F89DBE99D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006" t="77204" r="-16" b="-894"/>
          <a:stretch/>
        </p:blipFill>
        <p:spPr>
          <a:xfrm>
            <a:off x="0" y="43545"/>
            <a:ext cx="1875100" cy="3151065"/>
          </a:xfrm>
          <a:prstGeom prst="rect">
            <a:avLst/>
          </a:prstGeom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4F2F3662-5803-F093-0DD0-028CD7271654}"/>
              </a:ext>
            </a:extLst>
          </p:cNvPr>
          <p:cNvSpPr/>
          <p:nvPr userDrawn="1"/>
        </p:nvSpPr>
        <p:spPr>
          <a:xfrm>
            <a:off x="0" y="-2173"/>
            <a:ext cx="12192000" cy="45719"/>
          </a:xfrm>
          <a:prstGeom prst="rect">
            <a:avLst/>
          </a:prstGeom>
          <a:gradFill>
            <a:gsLst>
              <a:gs pos="100000">
                <a:srgbClr val="2DCCD3"/>
              </a:gs>
              <a:gs pos="0">
                <a:srgbClr val="147BD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EF28D-8886-7A1A-E40A-67F610580BDE}"/>
              </a:ext>
            </a:extLst>
          </p:cNvPr>
          <p:cNvSpPr txBox="1"/>
          <p:nvPr userDrawn="1"/>
        </p:nvSpPr>
        <p:spPr>
          <a:xfrm>
            <a:off x="779685" y="2899820"/>
            <a:ext cx="16144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b="1" spc="-15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Thank you.</a:t>
            </a:r>
            <a:endParaRPr lang="ko-KR" altLang="en-US" sz="2400" b="1" spc="-15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Graphic 12">
            <a:extLst>
              <a:ext uri="{FF2B5EF4-FFF2-40B4-BE49-F238E27FC236}">
                <a16:creationId xmlns:a16="http://schemas.microsoft.com/office/drawing/2014/main" id="{ABF6BE7C-7BEB-9089-D842-E1FB93808AF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49618" y="2663329"/>
            <a:ext cx="282262" cy="7527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3062AFAA-FF6C-78BB-9FC5-DFD9466E0DA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0083" y="1514526"/>
            <a:ext cx="2965031" cy="327968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D4D2F14-B0D6-8A92-0A8F-64B1949F8C4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739" t="12615"/>
          <a:stretch/>
        </p:blipFill>
        <p:spPr>
          <a:xfrm rot="10800000">
            <a:off x="10342616" y="3480709"/>
            <a:ext cx="1802600" cy="3333749"/>
          </a:xfrm>
          <a:prstGeom prst="rect">
            <a:avLst/>
          </a:prstGeom>
        </p:spPr>
      </p:pic>
      <p:sp>
        <p:nvSpPr>
          <p:cNvPr id="3" name="슬라이드 번호 개체 틀 4">
            <a:extLst>
              <a:ext uri="{FF2B5EF4-FFF2-40B4-BE49-F238E27FC236}">
                <a16:creationId xmlns:a16="http://schemas.microsoft.com/office/drawing/2014/main" id="{5C4E2205-6958-43AE-E6B8-60D61D53E91B}"/>
              </a:ext>
            </a:extLst>
          </p:cNvPr>
          <p:cNvSpPr txBox="1">
            <a:spLocks/>
          </p:cNvSpPr>
          <p:nvPr userDrawn="1"/>
        </p:nvSpPr>
        <p:spPr>
          <a:xfrm>
            <a:off x="9390799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536D7E8-4E64-4D6D-BDDF-219C8CEEFBA0}" type="slidenum">
              <a:rPr lang="ko-KR" altLang="en-US" sz="700" smtClean="0"/>
              <a:pPr/>
              <a:t>‹#›</a:t>
            </a:fld>
            <a:endParaRPr lang="ko-KR" altLang="en-US" sz="700" dirty="0"/>
          </a:p>
        </p:txBody>
      </p:sp>
      <p:sp>
        <p:nvSpPr>
          <p:cNvPr id="13" name="내용 개체 틀 4">
            <a:extLst>
              <a:ext uri="{FF2B5EF4-FFF2-40B4-BE49-F238E27FC236}">
                <a16:creationId xmlns:a16="http://schemas.microsoft.com/office/drawing/2014/main" id="{4141E486-3C97-CB62-EB81-F1F9EDCEB86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618" y="4267214"/>
            <a:ext cx="7688263" cy="1385775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600" spc="-15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담당자명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30000"/>
              </a:lnSpc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부서명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30000"/>
              </a:lnSpc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Tel.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000.0000.0000  |  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E-mail.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abcd123@npit.co.kr</a:t>
            </a:r>
          </a:p>
          <a:p>
            <a:pPr>
              <a:lnSpc>
                <a:spcPct val="130000"/>
              </a:lnSpc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Homepage.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www.npit.co.kr 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0066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217EF33-D600-989E-8A91-749A5D900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441B4B-84BC-1AF8-3E52-17240F744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EB88D-BBE7-6387-84B5-6EE90D94E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EC200-83C1-4365-A99F-86FD10E76130}" type="datetimeFigureOut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6A1E2B-77FA-7B7E-80BF-AD04C6721F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93BC41-64C4-A681-82AC-FD8DCB42FA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36D7E8-4E64-4D6D-BDDF-219C8CEEFBA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153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1" r:id="rId2"/>
    <p:sldLayoutId id="2147483661" r:id="rId3"/>
    <p:sldLayoutId id="2147483670" r:id="rId4"/>
    <p:sldLayoutId id="2147483650" r:id="rId5"/>
    <p:sldLayoutId id="2147483669" r:id="rId6"/>
    <p:sldLayoutId id="2147483668" r:id="rId7"/>
    <p:sldLayoutId id="2147483666" r:id="rId8"/>
    <p:sldLayoutId id="2147483663" r:id="rId9"/>
    <p:sldLayoutId id="2147483662" r:id="rId10"/>
    <p:sldLayoutId id="2147483671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hyperlink" Target="https://github.com/Digilent/Zybo-Z7-20-XADC/blob/master/src/constraints/Zybo-Z7.xdc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8.png"/><Relationship Id="rId4" Type="http://schemas.openxmlformats.org/officeDocument/2006/relationships/image" Target="../media/image47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5" Type="http://schemas.openxmlformats.org/officeDocument/2006/relationships/slide" Target="slide4.xml"/><Relationship Id="rId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7.jpg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C89591-F99B-E9A0-5755-41D660F30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6155" y="3207777"/>
            <a:ext cx="7689344" cy="442446"/>
          </a:xfrm>
        </p:spPr>
        <p:txBody>
          <a:bodyPr/>
          <a:lstStyle/>
          <a:p>
            <a:r>
              <a:rPr lang="en-US" altLang="ko-KR" dirty="0">
                <a:latin typeface="+mj-lt"/>
              </a:rPr>
              <a:t>ARM</a:t>
            </a:r>
            <a:r>
              <a:rPr lang="ko-KR" altLang="en-US" dirty="0">
                <a:latin typeface="+mj-lt"/>
              </a:rPr>
              <a:t> </a:t>
            </a:r>
            <a:r>
              <a:rPr lang="en-US" altLang="ko-KR" dirty="0">
                <a:latin typeface="+mj-lt"/>
              </a:rPr>
              <a:t>Programming</a:t>
            </a:r>
            <a:endParaRPr lang="ko-KR" altLang="en-US" b="1" dirty="0">
              <a:latin typeface="+mj-lt"/>
            </a:endParaRPr>
          </a:p>
        </p:txBody>
      </p:sp>
      <p:sp>
        <p:nvSpPr>
          <p:cNvPr id="4" name="부제목 3">
            <a:extLst>
              <a:ext uri="{FF2B5EF4-FFF2-40B4-BE49-F238E27FC236}">
                <a16:creationId xmlns:a16="http://schemas.microsoft.com/office/drawing/2014/main" id="{A04821A0-9121-CBE3-449D-14D5A206EF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2. Programmable Logic Basic</a:t>
            </a:r>
            <a:endParaRPr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12EA2342-11EC-49C1-951D-3D0E8CB9B938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A1E09ABD-4A7F-4835-ACD1-DF13891F423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463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FBCBB8-2819-5DA9-8FE6-2AFB7F981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r>
              <a:rPr lang="en-US" altLang="ko-KR" dirty="0">
                <a:cs typeface="KoPubWorld돋움체 Bold" panose="00000800000000000000" pitchFamily="2" charset="-127"/>
              </a:rPr>
              <a:t>1. </a:t>
            </a:r>
            <a:r>
              <a:rPr lang="ko-KR" altLang="en-US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dirty="0">
                <a:cs typeface="KoPubWorld돋움체 Bold" panose="00000800000000000000" pitchFamily="2" charset="-127"/>
              </a:rPr>
              <a:t>LED </a:t>
            </a:r>
            <a:r>
              <a:rPr lang="ko-KR" altLang="en-US" dirty="0">
                <a:cs typeface="KoPubWorld돋움체 Bold" panose="00000800000000000000" pitchFamily="2" charset="-127"/>
              </a:rPr>
              <a:t>제어</a:t>
            </a:r>
            <a:br>
              <a:rPr lang="en-US" altLang="ko-KR" dirty="0">
                <a:cs typeface="KoPubWorld돋움체 Bold" panose="00000800000000000000" pitchFamily="2" charset="-127"/>
              </a:rPr>
            </a:br>
            <a:br>
              <a:rPr lang="en-US" altLang="ko-KR" sz="2400" dirty="0">
                <a:cs typeface="KoPubWorld돋움체 Medium" panose="00000600000000000000" pitchFamily="2" charset="-127"/>
              </a:rPr>
            </a:br>
            <a:endParaRPr lang="en-US" altLang="ko-KR" sz="2400" dirty="0">
              <a:cs typeface="KoPubWorld돋움체 Medium" panose="00000600000000000000" pitchFamily="2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F76EE0-3CE6-9DAA-A391-F36D6F6909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521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210E1-F1CF-0A72-3E7E-EE55FD153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3714FCB-EFDE-8D07-9E0B-AACF7EDA6E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9" y="1415844"/>
            <a:ext cx="7009132" cy="50483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6435585-1585-CDE1-F6BE-CC3FAC14DB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9526" y="2038270"/>
            <a:ext cx="7145997" cy="456896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4B7E4-4748-D7EB-3E41-F906A4058E19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2000" dirty="0">
              <a:cs typeface="KoPubWorld돋움체 Medium" panose="00000600000000000000" pitchFamily="2" charset="-127"/>
            </a:endParaRPr>
          </a:p>
          <a:p>
            <a:endParaRPr lang="en-US" altLang="ko-KR" sz="20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3310B2B-5B3D-0724-8EC2-5E9581F991C9}"/>
              </a:ext>
            </a:extLst>
          </p:cNvPr>
          <p:cNvSpPr/>
          <p:nvPr/>
        </p:nvSpPr>
        <p:spPr>
          <a:xfrm>
            <a:off x="763601" y="3170334"/>
            <a:ext cx="848890" cy="17263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729FF94-EC16-F82A-ADB6-CADE103B8757}"/>
              </a:ext>
            </a:extLst>
          </p:cNvPr>
          <p:cNvSpPr/>
          <p:nvPr/>
        </p:nvSpPr>
        <p:spPr>
          <a:xfrm>
            <a:off x="9950889" y="6243566"/>
            <a:ext cx="608956" cy="25017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9402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3919F-262D-6CE0-6AF9-C682A56FE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11369DB-75D1-D37C-9CB4-5AD8277E3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12" y="1430159"/>
            <a:ext cx="6716635" cy="429221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938040-4554-0AFA-4CC8-C2B2CEF82E63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8BBD5009-32B3-7153-11F7-A15FECAC6489}"/>
              </a:ext>
            </a:extLst>
          </p:cNvPr>
          <p:cNvSpPr/>
          <p:nvPr/>
        </p:nvSpPr>
        <p:spPr>
          <a:xfrm>
            <a:off x="5075500" y="5388568"/>
            <a:ext cx="656706" cy="24531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33344C4-591E-941C-80DE-2D67B959D444}"/>
              </a:ext>
            </a:extLst>
          </p:cNvPr>
          <p:cNvSpPr/>
          <p:nvPr/>
        </p:nvSpPr>
        <p:spPr>
          <a:xfrm>
            <a:off x="993058" y="2251586"/>
            <a:ext cx="904568" cy="55305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95939A1-9B6A-E476-A425-F94E96580107}"/>
              </a:ext>
            </a:extLst>
          </p:cNvPr>
          <p:cNvSpPr/>
          <p:nvPr/>
        </p:nvSpPr>
        <p:spPr>
          <a:xfrm>
            <a:off x="10550656" y="6000763"/>
            <a:ext cx="432312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6FFABC9-95EB-7978-0043-9CD7EA8C1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1032" y="2804637"/>
            <a:ext cx="5946506" cy="3805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E1EC09-3F9B-5258-A5E4-84570D89FFB8}"/>
              </a:ext>
            </a:extLst>
          </p:cNvPr>
          <p:cNvSpPr txBox="1"/>
          <p:nvPr/>
        </p:nvSpPr>
        <p:spPr>
          <a:xfrm>
            <a:off x="1945514" y="2128808"/>
            <a:ext cx="50305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경로와 파일 이름에 한글이 포함되어서는 안됨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r>
              <a:rPr lang="ko-KR" altLang="en-US" dirty="0">
                <a:solidFill>
                  <a:srgbClr val="FF0000"/>
                </a:solidFill>
              </a:rPr>
              <a:t>이름에는 공백이 없도록 </a:t>
            </a:r>
            <a:r>
              <a:rPr lang="en-US" altLang="ko-KR" dirty="0">
                <a:solidFill>
                  <a:srgbClr val="FF0000"/>
                </a:solidFill>
              </a:rPr>
              <a:t>_</a:t>
            </a:r>
            <a:r>
              <a:rPr lang="ko-KR" altLang="en-US" dirty="0">
                <a:solidFill>
                  <a:srgbClr val="FF0000"/>
                </a:solidFill>
              </a:rPr>
              <a:t>를 사용하는 습관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1F5AB9D-D7BB-77D1-EFCE-E08C66FA00FF}"/>
              </a:ext>
            </a:extLst>
          </p:cNvPr>
          <p:cNvSpPr/>
          <p:nvPr/>
        </p:nvSpPr>
        <p:spPr>
          <a:xfrm>
            <a:off x="9996545" y="6259670"/>
            <a:ext cx="656706" cy="24531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608F7E92-A8FC-01D2-46FA-340BD7C9049F}"/>
              </a:ext>
            </a:extLst>
          </p:cNvPr>
          <p:cNvSpPr/>
          <p:nvPr/>
        </p:nvSpPr>
        <p:spPr>
          <a:xfrm>
            <a:off x="5906326" y="3576266"/>
            <a:ext cx="809106" cy="23865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0953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E4188-EEFF-1DDD-F188-011CC2192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BDE5FB4-B270-7ABE-EE72-AD9CE2CF8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7" y="1580016"/>
            <a:ext cx="6039919" cy="3817894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CF3EB0-6560-E3C5-CEA4-D695C95535A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09E1ECD-F5DC-0603-6D95-A24D39FA5346}"/>
              </a:ext>
            </a:extLst>
          </p:cNvPr>
          <p:cNvSpPr/>
          <p:nvPr/>
        </p:nvSpPr>
        <p:spPr>
          <a:xfrm>
            <a:off x="4716167" y="5080252"/>
            <a:ext cx="603084" cy="28816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D14762F-2750-E5CB-D3CB-4D2A455BFB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9527" y="2468690"/>
            <a:ext cx="6304036" cy="4022741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155F424D-63CE-D1B0-043D-957BA5C17046}"/>
              </a:ext>
            </a:extLst>
          </p:cNvPr>
          <p:cNvSpPr/>
          <p:nvPr/>
        </p:nvSpPr>
        <p:spPr>
          <a:xfrm>
            <a:off x="9932180" y="6147050"/>
            <a:ext cx="603084" cy="28816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6354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8FE6-091A-5038-E952-EEAD4C997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D19FAF11-5739-8FEF-EE70-9937FCC1C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8" y="1152525"/>
            <a:ext cx="6365171" cy="4061752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1036D2-B63C-DDBC-9261-9FB22C2577C1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F98E3BB-8D44-B31A-B030-C9C758275207}"/>
              </a:ext>
            </a:extLst>
          </p:cNvPr>
          <p:cNvSpPr/>
          <p:nvPr/>
        </p:nvSpPr>
        <p:spPr>
          <a:xfrm>
            <a:off x="537459" y="1925337"/>
            <a:ext cx="927547" cy="29675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F680BA6-AE18-E451-1D2A-95BF680C92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4387" y="2290059"/>
            <a:ext cx="6442030" cy="4139623"/>
          </a:xfrm>
          <a:prstGeom prst="rect">
            <a:avLst/>
          </a:prstGeom>
        </p:spPr>
      </p:pic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9E3A47F-DB8C-BB61-7602-367EE2761591}"/>
              </a:ext>
            </a:extLst>
          </p:cNvPr>
          <p:cNvSpPr/>
          <p:nvPr/>
        </p:nvSpPr>
        <p:spPr>
          <a:xfrm>
            <a:off x="901254" y="2955574"/>
            <a:ext cx="563752" cy="22024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9DF2C61-D9E7-EC35-FD3B-A78A94C4B500}"/>
              </a:ext>
            </a:extLst>
          </p:cNvPr>
          <p:cNvSpPr/>
          <p:nvPr/>
        </p:nvSpPr>
        <p:spPr>
          <a:xfrm>
            <a:off x="537459" y="4487533"/>
            <a:ext cx="666993" cy="29675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672138-37AD-6CCA-A5C1-569F602F924F}"/>
              </a:ext>
            </a:extLst>
          </p:cNvPr>
          <p:cNvSpPr txBox="1"/>
          <p:nvPr/>
        </p:nvSpPr>
        <p:spPr>
          <a:xfrm>
            <a:off x="1465006" y="163327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542D7F-8565-3B2A-D887-BE4132C1BDCD}"/>
              </a:ext>
            </a:extLst>
          </p:cNvPr>
          <p:cNvSpPr txBox="1"/>
          <p:nvPr/>
        </p:nvSpPr>
        <p:spPr>
          <a:xfrm>
            <a:off x="1617406" y="269024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55655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6B06A-ADF7-0140-74B1-F7A914497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A67E75D-9FED-1ED9-A8F8-9BFEE3C16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8" y="1459475"/>
            <a:ext cx="6061203" cy="3876936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91985-E707-A857-E433-147EEC7494A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C732E1C-BE87-2805-C255-19809DBB0140}"/>
              </a:ext>
            </a:extLst>
          </p:cNvPr>
          <p:cNvSpPr/>
          <p:nvPr/>
        </p:nvSpPr>
        <p:spPr>
          <a:xfrm>
            <a:off x="1805821" y="4178710"/>
            <a:ext cx="406437" cy="44245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9190C306-7DFC-A30A-7F49-3E273AEC77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837" y="2651682"/>
            <a:ext cx="6246718" cy="3964811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A13FC6C-3BC2-7DBB-5C84-D4415DBF04EB}"/>
              </a:ext>
            </a:extLst>
          </p:cNvPr>
          <p:cNvSpPr/>
          <p:nvPr/>
        </p:nvSpPr>
        <p:spPr>
          <a:xfrm>
            <a:off x="6815374" y="5422493"/>
            <a:ext cx="406437" cy="44245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96831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D3F4-ADA3-AFC8-EFE8-6ACCF25A4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13BDC5B3-6420-D7B3-400F-7CD55F089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179" y="2053766"/>
            <a:ext cx="5719011" cy="364271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774965F-2059-D79B-270F-6174CED1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843" y="2053766"/>
            <a:ext cx="5678044" cy="3642716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B661FA-00C3-93F6-C648-36AC67E9B12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D0FA9DA-CCE8-FB05-F8F8-289C51BE002A}"/>
              </a:ext>
            </a:extLst>
          </p:cNvPr>
          <p:cNvSpPr/>
          <p:nvPr/>
        </p:nvSpPr>
        <p:spPr>
          <a:xfrm>
            <a:off x="4367577" y="5352436"/>
            <a:ext cx="479726" cy="31455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55E0DB2-DE1C-0744-77D0-30C81DB97BB4}"/>
              </a:ext>
            </a:extLst>
          </p:cNvPr>
          <p:cNvSpPr/>
          <p:nvPr/>
        </p:nvSpPr>
        <p:spPr>
          <a:xfrm>
            <a:off x="337810" y="2723536"/>
            <a:ext cx="832229" cy="30480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4425A1D-9B34-3CD1-A7B9-DBAFBCDA2A9C}"/>
              </a:ext>
            </a:extLst>
          </p:cNvPr>
          <p:cNvSpPr/>
          <p:nvPr/>
        </p:nvSpPr>
        <p:spPr>
          <a:xfrm>
            <a:off x="10245855" y="5373862"/>
            <a:ext cx="461473" cy="27346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6CBE28-F9EA-52ED-13CE-31004ED13480}"/>
              </a:ext>
            </a:extLst>
          </p:cNvPr>
          <p:cNvSpPr txBox="1"/>
          <p:nvPr/>
        </p:nvSpPr>
        <p:spPr>
          <a:xfrm>
            <a:off x="4250319" y="1380153"/>
            <a:ext cx="3876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둘 중 한가지 방법으로 하면 됩니다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BE2353D-D228-C802-D81F-692FF1D835DE}"/>
              </a:ext>
            </a:extLst>
          </p:cNvPr>
          <p:cNvSpPr/>
          <p:nvPr/>
        </p:nvSpPr>
        <p:spPr>
          <a:xfrm>
            <a:off x="6173274" y="2728452"/>
            <a:ext cx="832229" cy="30480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548A1AF8-1D70-C621-B6D3-E9609EFD36CB}"/>
              </a:ext>
            </a:extLst>
          </p:cNvPr>
          <p:cNvSpPr/>
          <p:nvPr/>
        </p:nvSpPr>
        <p:spPr>
          <a:xfrm>
            <a:off x="677024" y="3524866"/>
            <a:ext cx="493016" cy="17324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9089992C-5822-37F3-EC4B-42DFA3C0609B}"/>
              </a:ext>
            </a:extLst>
          </p:cNvPr>
          <p:cNvSpPr/>
          <p:nvPr/>
        </p:nvSpPr>
        <p:spPr>
          <a:xfrm>
            <a:off x="6551818" y="3549447"/>
            <a:ext cx="1451639" cy="24580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33091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C9CB9-872F-CA64-EE01-E7ED05B39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0D86658-6E54-E67C-9512-F73492EFD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9277" y="1472435"/>
            <a:ext cx="7093446" cy="450926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B580D3-DEDC-D7B6-6319-A8864057AD1E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5685CA9-AB12-866D-58F6-4CBDC2DC3714}"/>
              </a:ext>
            </a:extLst>
          </p:cNvPr>
          <p:cNvSpPr/>
          <p:nvPr/>
        </p:nvSpPr>
        <p:spPr>
          <a:xfrm>
            <a:off x="8292063" y="5607459"/>
            <a:ext cx="674956" cy="301728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227623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45CB2-8EF1-398D-C52A-305654D0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E1E85C-57D6-9AA7-635D-BB1A0F59C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12" y="1512438"/>
            <a:ext cx="6198336" cy="5069666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5BF78C-3D02-FBC4-72EB-431D0330FF6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FC59FBE-4620-B543-91BF-B793E8F6E22E}"/>
              </a:ext>
            </a:extLst>
          </p:cNvPr>
          <p:cNvSpPr/>
          <p:nvPr/>
        </p:nvSpPr>
        <p:spPr>
          <a:xfrm>
            <a:off x="2016151" y="2617292"/>
            <a:ext cx="2172391" cy="180722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8D6625F-3D60-5112-25FB-C3B785686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6903" y="2255844"/>
            <a:ext cx="6517886" cy="4421223"/>
          </a:xfrm>
          <a:prstGeom prst="rect">
            <a:avLst/>
          </a:prstGeom>
        </p:spPr>
      </p:pic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54FDDD1-4317-3243-EAB7-5AEB2644CCDF}"/>
              </a:ext>
            </a:extLst>
          </p:cNvPr>
          <p:cNvSpPr/>
          <p:nvPr/>
        </p:nvSpPr>
        <p:spPr>
          <a:xfrm>
            <a:off x="6712505" y="3400459"/>
            <a:ext cx="1705909" cy="24089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5AA41BE4-4B01-F598-C11D-8F0AAD415144}"/>
              </a:ext>
            </a:extLst>
          </p:cNvPr>
          <p:cNvSpPr/>
          <p:nvPr/>
        </p:nvSpPr>
        <p:spPr>
          <a:xfrm>
            <a:off x="9586452" y="6217406"/>
            <a:ext cx="734508" cy="364698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4748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DC695-34DF-4965-EF93-03D74EED2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A6293D7-D5B1-A0F1-A71D-13478E37B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947" y="1704383"/>
            <a:ext cx="5687175" cy="3964812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3A023D-9F64-1C9A-E415-D9A738F56D42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6A0B63BF-1826-AAD0-C1C0-ED4FAC76BFB5}"/>
              </a:ext>
            </a:extLst>
          </p:cNvPr>
          <p:cNvSpPr/>
          <p:nvPr/>
        </p:nvSpPr>
        <p:spPr>
          <a:xfrm>
            <a:off x="3588774" y="4198374"/>
            <a:ext cx="963561" cy="32446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200A797-9A72-B756-1778-8840CBECF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8539" y="2257013"/>
            <a:ext cx="6126720" cy="4215699"/>
          </a:xfrm>
          <a:prstGeom prst="rect">
            <a:avLst/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D46DD342-EA6F-FA26-C4C8-F659A1323D95}"/>
              </a:ext>
            </a:extLst>
          </p:cNvPr>
          <p:cNvSpPr/>
          <p:nvPr/>
        </p:nvSpPr>
        <p:spPr>
          <a:xfrm>
            <a:off x="7865807" y="4382729"/>
            <a:ext cx="688258" cy="28021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3DFB1100-C5B5-5651-B902-5CCEB2592015}"/>
              </a:ext>
            </a:extLst>
          </p:cNvPr>
          <p:cNvSpPr/>
          <p:nvPr/>
        </p:nvSpPr>
        <p:spPr>
          <a:xfrm>
            <a:off x="7998542" y="4891113"/>
            <a:ext cx="688259" cy="28021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56791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F8451-E033-5C34-7BAF-2B41F3670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A899D52-B6C3-160F-98B2-BFF1468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9" y="1503822"/>
            <a:ext cx="4833400" cy="3341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0628080-B658-EFB5-BCD0-B076DCE4D6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5682" y="1051659"/>
            <a:ext cx="5744377" cy="4096322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2CD9A8C-41AE-09F6-4AD0-6E04D41D8E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7822" y="5147981"/>
            <a:ext cx="3134162" cy="146705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17E0D9-3C6D-E729-6ED3-3728C816232C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6D928BF-B27F-3740-DEC8-364A30B67CA8}"/>
              </a:ext>
            </a:extLst>
          </p:cNvPr>
          <p:cNvSpPr/>
          <p:nvPr/>
        </p:nvSpPr>
        <p:spPr>
          <a:xfrm>
            <a:off x="8727127" y="4635909"/>
            <a:ext cx="996975" cy="35887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206B7A55-57D8-4D55-6015-26A63BA84FCE}"/>
              </a:ext>
            </a:extLst>
          </p:cNvPr>
          <p:cNvSpPr/>
          <p:nvPr/>
        </p:nvSpPr>
        <p:spPr>
          <a:xfrm>
            <a:off x="4109884" y="4503175"/>
            <a:ext cx="570272" cy="2654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5A3D479-227B-E76A-C42B-5111002C93A8}"/>
              </a:ext>
            </a:extLst>
          </p:cNvPr>
          <p:cNvSpPr/>
          <p:nvPr/>
        </p:nvSpPr>
        <p:spPr>
          <a:xfrm>
            <a:off x="9724101" y="6137147"/>
            <a:ext cx="678427" cy="38164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70018745-F1C6-83BC-2D8D-A885E9BF9925}"/>
              </a:ext>
            </a:extLst>
          </p:cNvPr>
          <p:cNvSpPr/>
          <p:nvPr/>
        </p:nvSpPr>
        <p:spPr>
          <a:xfrm>
            <a:off x="6277897" y="2777611"/>
            <a:ext cx="762000" cy="2654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85147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14430-980A-FACD-FAED-14BECFEC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DD835E24-B131-CBF8-79E8-FE4A3716BE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8" y="1433020"/>
            <a:ext cx="6866347" cy="477280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954D27-D596-D0B6-0ADB-E9BE03760B7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EDAAB2FB-3B6F-1DD6-ACE3-1FA68DAA76D6}"/>
              </a:ext>
            </a:extLst>
          </p:cNvPr>
          <p:cNvSpPr/>
          <p:nvPr/>
        </p:nvSpPr>
        <p:spPr>
          <a:xfrm>
            <a:off x="2041741" y="2544724"/>
            <a:ext cx="1238222" cy="24272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1BF344-676F-5B58-3BE2-C793B4F357F0}"/>
              </a:ext>
            </a:extLst>
          </p:cNvPr>
          <p:cNvSpPr txBox="1"/>
          <p:nvPr/>
        </p:nvSpPr>
        <p:spPr>
          <a:xfrm>
            <a:off x="7404661" y="2409334"/>
            <a:ext cx="461049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module </a:t>
            </a:r>
            <a:r>
              <a:rPr lang="en-US" dirty="0" err="1"/>
              <a:t>LED_Basic</a:t>
            </a:r>
            <a:r>
              <a:rPr lang="en-US" dirty="0"/>
              <a:t>(</a:t>
            </a:r>
          </a:p>
          <a:p>
            <a:r>
              <a:rPr lang="en-US" dirty="0"/>
              <a:t>    input  wire [3:0] </a:t>
            </a:r>
            <a:r>
              <a:rPr lang="en-US" dirty="0" err="1"/>
              <a:t>sw</a:t>
            </a:r>
            <a:r>
              <a:rPr lang="en-US" dirty="0"/>
              <a:t>,    // SW3 ~ SW0</a:t>
            </a:r>
          </a:p>
          <a:p>
            <a:r>
              <a:rPr lang="en-US" dirty="0"/>
              <a:t>    output wire [3:0] led    // LED3 ~ LED0</a:t>
            </a:r>
          </a:p>
          <a:p>
            <a:r>
              <a:rPr lang="en-US" dirty="0"/>
              <a:t>);</a:t>
            </a:r>
          </a:p>
          <a:p>
            <a:r>
              <a:rPr lang="en-US" dirty="0"/>
              <a:t>    assign led = </a:t>
            </a:r>
            <a:r>
              <a:rPr lang="en-US" dirty="0" err="1"/>
              <a:t>sw</a:t>
            </a:r>
            <a:r>
              <a:rPr lang="en-US" dirty="0"/>
              <a:t>;</a:t>
            </a:r>
          </a:p>
          <a:p>
            <a:r>
              <a:rPr lang="en-US" dirty="0" err="1"/>
              <a:t>endmodule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CEC843-57B3-EEB2-C73F-55A59A11FFDB}"/>
              </a:ext>
            </a:extLst>
          </p:cNvPr>
          <p:cNvSpPr txBox="1"/>
          <p:nvPr/>
        </p:nvSpPr>
        <p:spPr>
          <a:xfrm>
            <a:off x="8622947" y="1596264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복사용 </a:t>
            </a:r>
            <a:r>
              <a:rPr lang="en-US" altLang="ko-KR" dirty="0"/>
              <a:t>Code</a:t>
            </a:r>
            <a:endParaRPr lang="en-US" dirty="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B44933B-D703-77E8-14A1-DD8E6AA61508}"/>
              </a:ext>
            </a:extLst>
          </p:cNvPr>
          <p:cNvSpPr/>
          <p:nvPr/>
        </p:nvSpPr>
        <p:spPr>
          <a:xfrm>
            <a:off x="3633664" y="2544724"/>
            <a:ext cx="2698309" cy="366110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71371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43751-35E9-C18D-E058-83F0D9080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58BFF7CD-CD79-C32B-3464-CCBCEFEC6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9349" y="2356026"/>
            <a:ext cx="2896004" cy="294363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48677DE-6A8A-E5DE-AD60-54F209A9D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942" y="1341172"/>
            <a:ext cx="7013716" cy="5037600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AF25C5-5FA7-2A69-0570-CBC18DFE68D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BFAD4C9B-B976-C16A-3439-AEAC7CF0BDC2}"/>
              </a:ext>
            </a:extLst>
          </p:cNvPr>
          <p:cNvSpPr/>
          <p:nvPr/>
        </p:nvSpPr>
        <p:spPr>
          <a:xfrm>
            <a:off x="8667764" y="3859972"/>
            <a:ext cx="1754429" cy="24008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7709A0B-A532-9471-FCD8-3EA8FB1E5749}"/>
              </a:ext>
            </a:extLst>
          </p:cNvPr>
          <p:cNvSpPr/>
          <p:nvPr/>
        </p:nvSpPr>
        <p:spPr>
          <a:xfrm>
            <a:off x="763600" y="6000762"/>
            <a:ext cx="927548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6C72A3-5384-9261-3FA9-6394857CD966}"/>
              </a:ext>
            </a:extLst>
          </p:cNvPr>
          <p:cNvSpPr/>
          <p:nvPr/>
        </p:nvSpPr>
        <p:spPr>
          <a:xfrm flipH="1" flipV="1">
            <a:off x="9202994" y="4778088"/>
            <a:ext cx="875714" cy="39676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6326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B658-0C14-1DB0-9C1F-8CF45CD90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35A0356-196A-B386-025F-B41AF3647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8" y="1370983"/>
            <a:ext cx="7184034" cy="508070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5A1AC33-7AF5-79F2-1162-9E9486D00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2709" y="3598338"/>
            <a:ext cx="5765717" cy="2908675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A4364C-DE05-1CBE-262F-785D4FFF1546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5219A5F-5A46-8D12-9E24-EAB15D29C561}"/>
              </a:ext>
            </a:extLst>
          </p:cNvPr>
          <p:cNvSpPr/>
          <p:nvPr/>
        </p:nvSpPr>
        <p:spPr>
          <a:xfrm>
            <a:off x="4282569" y="4641003"/>
            <a:ext cx="820373" cy="37344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FA6DF68-C8E0-5566-AFB3-FFE3E583D6B6}"/>
              </a:ext>
            </a:extLst>
          </p:cNvPr>
          <p:cNvSpPr/>
          <p:nvPr/>
        </p:nvSpPr>
        <p:spPr>
          <a:xfrm>
            <a:off x="8428250" y="3537885"/>
            <a:ext cx="1944782" cy="96528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461075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8EE46-CF90-FFA9-FDCB-0D6C5437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510B9C8-FE95-9D20-5CA0-CF927506EC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346" y="1635900"/>
            <a:ext cx="8241549" cy="3576371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838FA1-7782-7621-90D8-8AAF07DD7B6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C8D2618-C956-DEE8-6E3C-A106F999006B}"/>
              </a:ext>
            </a:extLst>
          </p:cNvPr>
          <p:cNvSpPr/>
          <p:nvPr/>
        </p:nvSpPr>
        <p:spPr>
          <a:xfrm>
            <a:off x="5237865" y="2083979"/>
            <a:ext cx="1418574" cy="2595656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AE6F887-84E8-CB0D-C80C-1DD879CAD596}"/>
              </a:ext>
            </a:extLst>
          </p:cNvPr>
          <p:cNvSpPr/>
          <p:nvPr/>
        </p:nvSpPr>
        <p:spPr>
          <a:xfrm>
            <a:off x="3413093" y="2055001"/>
            <a:ext cx="1139242" cy="259565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C2DE2B-DD0D-7E27-7E95-49CCCA047E2A}"/>
              </a:ext>
            </a:extLst>
          </p:cNvPr>
          <p:cNvSpPr txBox="1"/>
          <p:nvPr/>
        </p:nvSpPr>
        <p:spPr>
          <a:xfrm>
            <a:off x="321346" y="5631372"/>
            <a:ext cx="54633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hlinkClick r:id="rId4"/>
              </a:rPr>
              <a:t>https://github.com/Digilent/Zybo-Z7-20-XADC/blob/master/src/constraints/Zybo-Z7.xdc</a:t>
            </a:r>
            <a:endParaRPr lang="en-US" sz="1000" dirty="0"/>
          </a:p>
          <a:p>
            <a:endParaRPr lang="en-US" sz="1000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FCFF022-F7B0-59F3-1220-7196E073C8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2895" y="3158254"/>
            <a:ext cx="3522301" cy="3530768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AFE446C3-5308-1F17-4079-C6DF8A595DD5}"/>
              </a:ext>
            </a:extLst>
          </p:cNvPr>
          <p:cNvSpPr/>
          <p:nvPr/>
        </p:nvSpPr>
        <p:spPr>
          <a:xfrm>
            <a:off x="10284715" y="6158080"/>
            <a:ext cx="786407" cy="33121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175638AA-9E81-0DD9-E2CE-217A62D662D0}"/>
              </a:ext>
            </a:extLst>
          </p:cNvPr>
          <p:cNvSpPr/>
          <p:nvPr/>
        </p:nvSpPr>
        <p:spPr>
          <a:xfrm>
            <a:off x="9925834" y="4845472"/>
            <a:ext cx="1415225" cy="296498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8C7F984-CF07-3FB3-0B2E-E67B70A5D5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41969" y="1216799"/>
            <a:ext cx="4699619" cy="198371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FD067B7-A07E-D942-A879-7162C4054E5B}"/>
              </a:ext>
            </a:extLst>
          </p:cNvPr>
          <p:cNvSpPr txBox="1"/>
          <p:nvPr/>
        </p:nvSpPr>
        <p:spPr>
          <a:xfrm>
            <a:off x="6210748" y="319561"/>
            <a:ext cx="1404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Control + S</a:t>
            </a:r>
          </a:p>
        </p:txBody>
      </p:sp>
      <p:sp>
        <p:nvSpPr>
          <p:cNvPr id="20" name="화살표: 왼쪽으로 구부러짐 19">
            <a:extLst>
              <a:ext uri="{FF2B5EF4-FFF2-40B4-BE49-F238E27FC236}">
                <a16:creationId xmlns:a16="http://schemas.microsoft.com/office/drawing/2014/main" id="{2F5DFB1B-D18B-17C8-CC05-B66C3E10E4E5}"/>
              </a:ext>
            </a:extLst>
          </p:cNvPr>
          <p:cNvSpPr/>
          <p:nvPr/>
        </p:nvSpPr>
        <p:spPr>
          <a:xfrm rot="16200000">
            <a:off x="6613364" y="125361"/>
            <a:ext cx="500351" cy="1790717"/>
          </a:xfrm>
          <a:prstGeom prst="curved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1899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FE79E-BD52-CF88-E938-C71676138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A6FB883-71D1-5B1F-900D-DAC890F01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9300" y="3169333"/>
            <a:ext cx="4525006" cy="341995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3E4BB8A-456F-FBED-3DA8-20320556CE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38" y="1306973"/>
            <a:ext cx="6893519" cy="5282312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5669A4-D903-BA5A-ACBE-73A8E657153B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3C4F9A7B-B0F0-D085-D6E1-400A2C6881A5}"/>
              </a:ext>
            </a:extLst>
          </p:cNvPr>
          <p:cNvSpPr/>
          <p:nvPr/>
        </p:nvSpPr>
        <p:spPr>
          <a:xfrm>
            <a:off x="438438" y="6076215"/>
            <a:ext cx="1016038" cy="25922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6E11216-7762-38C2-EBE4-2879CB32612E}"/>
              </a:ext>
            </a:extLst>
          </p:cNvPr>
          <p:cNvSpPr/>
          <p:nvPr/>
        </p:nvSpPr>
        <p:spPr>
          <a:xfrm>
            <a:off x="10019070" y="6046719"/>
            <a:ext cx="855405" cy="36391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78CDD55-A0D7-23DB-7C67-91BAA72122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42" t="5133" r="1761" b="5292"/>
          <a:stretch>
            <a:fillRect/>
          </a:stretch>
        </p:blipFill>
        <p:spPr>
          <a:xfrm>
            <a:off x="6389836" y="1306973"/>
            <a:ext cx="5555226" cy="1723716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87DCA25-D611-C8CE-0A01-94207B3DC3C9}"/>
              </a:ext>
            </a:extLst>
          </p:cNvPr>
          <p:cNvSpPr/>
          <p:nvPr/>
        </p:nvSpPr>
        <p:spPr>
          <a:xfrm>
            <a:off x="10019071" y="2526890"/>
            <a:ext cx="855405" cy="36379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F4756566-1A5F-92FD-2733-C3A907EF31EF}"/>
              </a:ext>
            </a:extLst>
          </p:cNvPr>
          <p:cNvCxnSpPr/>
          <p:nvPr/>
        </p:nvCxnSpPr>
        <p:spPr>
          <a:xfrm flipV="1">
            <a:off x="1553497" y="2812026"/>
            <a:ext cx="8131277" cy="323469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30060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8594A-ACF6-1097-740A-D4B11C6F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B6CAB-E98B-1D6D-D599-583A6DDA2E9A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Medium" panose="00000600000000000000" pitchFamily="2" charset="-127"/>
            </a:endParaRPr>
          </a:p>
          <a:p>
            <a:endParaRPr lang="en-US" altLang="ko-KR" dirty="0">
              <a:cs typeface="KoPubWorld돋움체 Medium" panose="00000600000000000000" pitchFamily="2" charset="-127"/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FEB9C66A-FDF8-3141-D113-A9AF2133D526}"/>
              </a:ext>
            </a:extLst>
          </p:cNvPr>
          <p:cNvSpPr/>
          <p:nvPr/>
        </p:nvSpPr>
        <p:spPr>
          <a:xfrm>
            <a:off x="4839526" y="5981700"/>
            <a:ext cx="432312" cy="23237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32FE910-D5BA-2ECA-9EEA-475CD6643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838" y="1152525"/>
            <a:ext cx="6557534" cy="47204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1DA964D2-25E8-1239-C261-E6D9A9861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4895" y="3549743"/>
            <a:ext cx="5035742" cy="283512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B7C5685-543E-2ADB-8B78-A28DAF7BEB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437" y="1236471"/>
            <a:ext cx="2412917" cy="2229326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B9055BF-14FC-D715-D128-980F681F7D70}"/>
              </a:ext>
            </a:extLst>
          </p:cNvPr>
          <p:cNvSpPr/>
          <p:nvPr/>
        </p:nvSpPr>
        <p:spPr>
          <a:xfrm>
            <a:off x="635781" y="2399070"/>
            <a:ext cx="1232348" cy="27530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CE134452-BF09-90A3-4E3A-13B22F790EE1}"/>
              </a:ext>
            </a:extLst>
          </p:cNvPr>
          <p:cNvSpPr/>
          <p:nvPr/>
        </p:nvSpPr>
        <p:spPr>
          <a:xfrm>
            <a:off x="7252441" y="1536691"/>
            <a:ext cx="1409777" cy="41992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597767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8CA9E-FCBC-6AD7-C3DA-7FBD57A37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1270C82D-A7B6-21A3-684E-3F40FECAB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38" y="1393513"/>
            <a:ext cx="6328369" cy="4588187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0B0310-FBBD-B61A-1ACE-F72A16DDE89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38438" y="656902"/>
            <a:ext cx="7688263" cy="500352"/>
          </a:xfrm>
        </p:spPr>
        <p:txBody>
          <a:bodyPr/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1.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스위치로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  <a:p>
            <a:endParaRPr lang="en-US" altLang="ko-KR" sz="1800" dirty="0">
              <a:cs typeface="KoPubWorld돋움체 Medium" panose="00000600000000000000" pitchFamily="2" charset="-127"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A111293-3CFF-2BA0-0B87-E6E9E44A85BA}"/>
              </a:ext>
            </a:extLst>
          </p:cNvPr>
          <p:cNvSpPr/>
          <p:nvPr/>
        </p:nvSpPr>
        <p:spPr>
          <a:xfrm>
            <a:off x="635780" y="5555226"/>
            <a:ext cx="1037791" cy="35396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35138D99-11F6-98C6-CE8E-3C48C1D8EE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72723" y="3998576"/>
            <a:ext cx="2766803" cy="1556650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42E284F3-40C3-5454-DD02-C92FA0295F6E}"/>
              </a:ext>
            </a:extLst>
          </p:cNvPr>
          <p:cNvSpPr/>
          <p:nvPr/>
        </p:nvSpPr>
        <p:spPr>
          <a:xfrm>
            <a:off x="3724338" y="5245697"/>
            <a:ext cx="533029" cy="24828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F2E99F7-C6DF-9044-7229-A74613A5F046}"/>
              </a:ext>
            </a:extLst>
          </p:cNvPr>
          <p:cNvCxnSpPr>
            <a:cxnSpLocks/>
          </p:cNvCxnSpPr>
          <p:nvPr/>
        </p:nvCxnSpPr>
        <p:spPr>
          <a:xfrm flipV="1">
            <a:off x="1779639" y="5464487"/>
            <a:ext cx="1838632" cy="23822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1126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71B16A-5185-891A-5EBB-5770DD394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151A07-21F9-1FD6-0884-D900520F6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055" y="3429000"/>
            <a:ext cx="10744200" cy="1188720"/>
          </a:xfrm>
        </p:spPr>
        <p:txBody>
          <a:bodyPr/>
          <a:lstStyle/>
          <a:p>
            <a:r>
              <a:rPr lang="en-US" altLang="ko-KR" dirty="0">
                <a:cs typeface="KoPubWorld돋움체 Bold" panose="00000800000000000000" pitchFamily="2" charset="-127"/>
              </a:rPr>
              <a:t>2. Clock</a:t>
            </a:r>
            <a:r>
              <a:rPr lang="ko-KR" altLang="en-US" dirty="0">
                <a:cs typeface="KoPubWorld돋움체 Bold" panose="00000800000000000000" pitchFamily="2" charset="-127"/>
              </a:rPr>
              <a:t>과 </a:t>
            </a:r>
            <a:r>
              <a:rPr lang="en-US" altLang="ko-KR" dirty="0">
                <a:cs typeface="KoPubWorld돋움체 Bold" panose="00000800000000000000" pitchFamily="2" charset="-127"/>
              </a:rPr>
              <a:t>Reset</a:t>
            </a:r>
            <a:r>
              <a:rPr lang="ko-KR" altLang="en-US" dirty="0">
                <a:cs typeface="KoPubWorld돋움체 Bold" panose="00000800000000000000" pitchFamily="2" charset="-127"/>
              </a:rPr>
              <a:t>으로 </a:t>
            </a:r>
            <a:r>
              <a:rPr lang="en-US" altLang="ko-KR" dirty="0">
                <a:cs typeface="KoPubWorld돋움체 Bold" panose="00000800000000000000" pitchFamily="2" charset="-127"/>
              </a:rPr>
              <a:t>LED </a:t>
            </a:r>
            <a:r>
              <a:rPr lang="ko-KR" altLang="en-US" dirty="0">
                <a:cs typeface="KoPubWorld돋움체 Bold" panose="00000800000000000000" pitchFamily="2" charset="-127"/>
              </a:rPr>
              <a:t>제어</a:t>
            </a:r>
            <a:endParaRPr lang="en-US" altLang="ko-KR" dirty="0">
              <a:cs typeface="KoPubWorld돋움체 Bold" panose="00000800000000000000" pitchFamily="2" charset="-127"/>
            </a:endParaRP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363308B-1C0B-9DA1-E962-44693C2216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20426" y="4023360"/>
            <a:ext cx="10827604" cy="677797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14175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FC9A6-0786-DBAB-B910-0D3EF041D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9B2CEB-F710-8396-0F71-C4CD35CA406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2. Clock</a:t>
            </a:r>
            <a:r>
              <a:rPr lang="ko-KR" altLang="en-US" sz="2000" dirty="0">
                <a:cs typeface="KoPubWorld돋움체 Bold" panose="00000800000000000000" pitchFamily="2" charset="-127"/>
              </a:rPr>
              <a:t>과 </a:t>
            </a:r>
            <a:r>
              <a:rPr lang="en-US" altLang="ko-KR" sz="2000" dirty="0">
                <a:cs typeface="KoPubWorld돋움체 Bold" panose="00000800000000000000" pitchFamily="2" charset="-127"/>
              </a:rPr>
              <a:t>Reset</a:t>
            </a:r>
            <a:r>
              <a:rPr lang="ko-KR" altLang="en-US" sz="2000" dirty="0">
                <a:cs typeface="KoPubWorld돋움체 Bold" panose="00000800000000000000" pitchFamily="2" charset="-127"/>
              </a:rPr>
              <a:t>으로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64DAC392-BAC2-3CFA-7877-6FAA65D37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520" y="1308645"/>
            <a:ext cx="4344006" cy="174331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06D7371-C07A-2DFE-FEBD-B6271ED4F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38" y="1424004"/>
            <a:ext cx="6269957" cy="4009991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590FE2B-30D2-51C9-E6D0-D8D7FB7CD3FA}"/>
              </a:ext>
            </a:extLst>
          </p:cNvPr>
          <p:cNvSpPr/>
          <p:nvPr/>
        </p:nvSpPr>
        <p:spPr>
          <a:xfrm>
            <a:off x="438439" y="1308645"/>
            <a:ext cx="4192556" cy="67747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37CFCA6-58F5-6B99-817F-1750F4E1AC05}"/>
              </a:ext>
            </a:extLst>
          </p:cNvPr>
          <p:cNvSpPr/>
          <p:nvPr/>
        </p:nvSpPr>
        <p:spPr>
          <a:xfrm>
            <a:off x="5879843" y="2231922"/>
            <a:ext cx="1012569" cy="216309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D9099A84-98AF-BB28-648B-813468A39023}"/>
              </a:ext>
            </a:extLst>
          </p:cNvPr>
          <p:cNvSpPr/>
          <p:nvPr/>
        </p:nvSpPr>
        <p:spPr>
          <a:xfrm>
            <a:off x="9773908" y="5106028"/>
            <a:ext cx="530298" cy="242720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904804-9246-37E1-67B3-4F1D2E4ED6D1}"/>
              </a:ext>
            </a:extLst>
          </p:cNvPr>
          <p:cNvSpPr txBox="1"/>
          <p:nvPr/>
        </p:nvSpPr>
        <p:spPr>
          <a:xfrm>
            <a:off x="1148808" y="5364689"/>
            <a:ext cx="336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5" action="ppaction://hlinksldjump"/>
              </a:rPr>
              <a:t>앞장의 </a:t>
            </a:r>
            <a:r>
              <a:rPr lang="en-US" altLang="ko-KR" dirty="0">
                <a:hlinkClick r:id="rId5" action="ppaction://hlinksldjump"/>
              </a:rPr>
              <a:t>Project Setup </a:t>
            </a:r>
            <a:r>
              <a:rPr lang="ko-KR" altLang="en-US" dirty="0" err="1">
                <a:hlinkClick r:id="rId5" action="ppaction://hlinksldjump"/>
              </a:rPr>
              <a:t>보러가기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5171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E65E-F229-B54E-6907-5BEFFF3C8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96059DC-59C1-984F-951E-C3396D693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1449" y="1845438"/>
            <a:ext cx="5823747" cy="396481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63CC8F88-F0CA-236C-7083-92CA0C5DA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654" y="1756948"/>
            <a:ext cx="5128859" cy="3964812"/>
          </a:xfrm>
          <a:prstGeom prst="rect">
            <a:avLst/>
          </a:prstGeom>
        </p:spPr>
      </p:pic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0482C17D-12E9-C4DC-E74E-C6617DFB073C}"/>
              </a:ext>
            </a:extLst>
          </p:cNvPr>
          <p:cNvSpPr/>
          <p:nvPr/>
        </p:nvSpPr>
        <p:spPr>
          <a:xfrm>
            <a:off x="7544632" y="4064409"/>
            <a:ext cx="881613" cy="25195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41456B2-D118-586F-D05D-247C4BD0BD33}"/>
              </a:ext>
            </a:extLst>
          </p:cNvPr>
          <p:cNvSpPr/>
          <p:nvPr/>
        </p:nvSpPr>
        <p:spPr>
          <a:xfrm>
            <a:off x="2464934" y="2789335"/>
            <a:ext cx="2136563" cy="209729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959BBAC-7834-CBFF-F51E-8AD0E28B1402}"/>
              </a:ext>
            </a:extLst>
          </p:cNvPr>
          <p:cNvSpPr/>
          <p:nvPr/>
        </p:nvSpPr>
        <p:spPr>
          <a:xfrm>
            <a:off x="7694388" y="4556024"/>
            <a:ext cx="613869" cy="251951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5D903A3C-3D80-2661-ABA8-9D2AF8B7D795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2. Clock</a:t>
            </a:r>
            <a:r>
              <a:rPr lang="ko-KR" altLang="en-US" sz="2000" dirty="0">
                <a:cs typeface="KoPubWorld돋움체 Bold" panose="00000800000000000000" pitchFamily="2" charset="-127"/>
              </a:rPr>
              <a:t>과 </a:t>
            </a:r>
            <a:r>
              <a:rPr lang="en-US" altLang="ko-KR" sz="2000" dirty="0">
                <a:cs typeface="KoPubWorld돋움체 Bold" panose="00000800000000000000" pitchFamily="2" charset="-127"/>
              </a:rPr>
              <a:t>Reset</a:t>
            </a:r>
            <a:r>
              <a:rPr lang="ko-KR" altLang="en-US" sz="2000" dirty="0">
                <a:cs typeface="KoPubWorld돋움체 Bold" panose="00000800000000000000" pitchFamily="2" charset="-127"/>
              </a:rPr>
              <a:t>으로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62451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1896B-CB32-5830-610D-1E2CFB738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16336EB-01E6-0B0A-9D73-B731FBBD6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98" y="1781312"/>
            <a:ext cx="6763758" cy="4177938"/>
          </a:xfrm>
          <a:prstGeom prst="rect">
            <a:avLst/>
          </a:prstGeom>
        </p:spPr>
      </p:pic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AF03FCB-A8C9-3287-2A04-0C6A67BDB5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6170637-62BF-A03E-B923-1651A4EE23D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2. Clock</a:t>
            </a:r>
            <a:r>
              <a:rPr lang="ko-KR" altLang="en-US" sz="2000" dirty="0">
                <a:cs typeface="KoPubWorld돋움체 Bold" panose="00000800000000000000" pitchFamily="2" charset="-127"/>
              </a:rPr>
              <a:t>과 </a:t>
            </a:r>
            <a:r>
              <a:rPr lang="en-US" altLang="ko-KR" sz="2000" dirty="0">
                <a:cs typeface="KoPubWorld돋움체 Bold" panose="00000800000000000000" pitchFamily="2" charset="-127"/>
              </a:rPr>
              <a:t>Reset</a:t>
            </a:r>
            <a:r>
              <a:rPr lang="ko-KR" altLang="en-US" sz="2000" dirty="0">
                <a:cs typeface="KoPubWorld돋움체 Bold" panose="00000800000000000000" pitchFamily="2" charset="-127"/>
              </a:rPr>
              <a:t>으로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BC6DBC8-B68F-722D-0965-47257E497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9123" y="5180176"/>
            <a:ext cx="1527596" cy="155814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C621098-6910-A51D-8236-6F4E4BED5D4A}"/>
              </a:ext>
            </a:extLst>
          </p:cNvPr>
          <p:cNvSpPr txBox="1"/>
          <p:nvPr/>
        </p:nvSpPr>
        <p:spPr>
          <a:xfrm>
            <a:off x="7597240" y="1223777"/>
            <a:ext cx="508560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module </a:t>
            </a:r>
            <a:r>
              <a:rPr lang="en-US" sz="1400" dirty="0" err="1"/>
              <a:t>LED_Clock_Reset</a:t>
            </a:r>
            <a:r>
              <a:rPr lang="en-US" sz="1400" dirty="0"/>
              <a:t>(</a:t>
            </a:r>
          </a:p>
          <a:p>
            <a:r>
              <a:rPr lang="en-US" sz="1400" dirty="0"/>
              <a:t>    input  wire       </a:t>
            </a:r>
            <a:r>
              <a:rPr lang="en-US" sz="1400" dirty="0" err="1"/>
              <a:t>clk</a:t>
            </a:r>
            <a:r>
              <a:rPr lang="en-US" sz="1400" dirty="0"/>
              <a:t>,      // 125MHz system clock</a:t>
            </a:r>
          </a:p>
          <a:p>
            <a:r>
              <a:rPr lang="en-US" sz="1400" dirty="0"/>
              <a:t>    input  wire       btn0,     // BTN0 - active high reset</a:t>
            </a:r>
          </a:p>
          <a:p>
            <a:r>
              <a:rPr lang="en-US" sz="1400" dirty="0"/>
              <a:t>    output reg  [3:0] led       // LED0 ~ LED3</a:t>
            </a:r>
          </a:p>
          <a:p>
            <a:r>
              <a:rPr lang="en-US" sz="1400" dirty="0"/>
              <a:t>);</a:t>
            </a:r>
          </a:p>
          <a:p>
            <a:endParaRPr lang="en-US" sz="1400" dirty="0"/>
          </a:p>
          <a:p>
            <a:r>
              <a:rPr lang="en-US" sz="1400" dirty="0"/>
              <a:t>    reg [25:0] counter;</a:t>
            </a:r>
          </a:p>
          <a:p>
            <a:r>
              <a:rPr lang="en-US" sz="1400" dirty="0"/>
              <a:t>    reg [1:0]  index;</a:t>
            </a:r>
          </a:p>
          <a:p>
            <a:endParaRPr lang="en-US" sz="1400" dirty="0"/>
          </a:p>
          <a:p>
            <a:r>
              <a:rPr lang="en-US" sz="1400" dirty="0"/>
              <a:t>    always @(posedge </a:t>
            </a:r>
            <a:r>
              <a:rPr lang="en-US" sz="1400" dirty="0" err="1"/>
              <a:t>clk</a:t>
            </a:r>
            <a:r>
              <a:rPr lang="en-US" sz="1400" dirty="0"/>
              <a:t> or </a:t>
            </a:r>
            <a:r>
              <a:rPr lang="en-US" sz="1400" dirty="0" err="1"/>
              <a:t>posedge</a:t>
            </a:r>
            <a:r>
              <a:rPr lang="en-US" sz="1400" dirty="0"/>
              <a:t> btn0) begin</a:t>
            </a:r>
          </a:p>
          <a:p>
            <a:r>
              <a:rPr lang="en-US" sz="1400" dirty="0"/>
              <a:t>        if (btn0) begin</a:t>
            </a:r>
          </a:p>
          <a:p>
            <a:r>
              <a:rPr lang="en-US" sz="1400" dirty="0"/>
              <a:t>            counter &lt;= 0;</a:t>
            </a:r>
          </a:p>
          <a:p>
            <a:r>
              <a:rPr lang="en-US" sz="1400" dirty="0"/>
              <a:t>            index   &lt;= 0;</a:t>
            </a:r>
          </a:p>
          <a:p>
            <a:r>
              <a:rPr lang="en-US" sz="1400" dirty="0"/>
              <a:t>            led     &lt;= 4'b0000;</a:t>
            </a:r>
          </a:p>
          <a:p>
            <a:r>
              <a:rPr lang="en-US" sz="1400" dirty="0"/>
              <a:t>        end else begin</a:t>
            </a:r>
          </a:p>
          <a:p>
            <a:r>
              <a:rPr lang="en-US" sz="1400" dirty="0"/>
              <a:t>            if (counter == 26'd62_499_999) begin</a:t>
            </a:r>
          </a:p>
          <a:p>
            <a:r>
              <a:rPr lang="en-US" sz="1400" dirty="0"/>
              <a:t>                counter &lt;= 0;</a:t>
            </a:r>
          </a:p>
          <a:p>
            <a:r>
              <a:rPr lang="en-US" sz="1400" dirty="0"/>
              <a:t>                index   &lt;= index + 1;</a:t>
            </a:r>
          </a:p>
          <a:p>
            <a:r>
              <a:rPr lang="en-US" sz="1400" dirty="0"/>
              <a:t>                led     &lt;= 4'b0001 &lt;&lt; index;</a:t>
            </a:r>
          </a:p>
          <a:p>
            <a:r>
              <a:rPr lang="en-US" sz="1400" dirty="0"/>
              <a:t>            end else begin</a:t>
            </a:r>
          </a:p>
          <a:p>
            <a:r>
              <a:rPr lang="en-US" sz="1400" dirty="0"/>
              <a:t>                counter &lt;= counter + 1;</a:t>
            </a:r>
          </a:p>
          <a:p>
            <a:r>
              <a:rPr lang="en-US" sz="1400" dirty="0"/>
              <a:t>            end</a:t>
            </a:r>
          </a:p>
          <a:p>
            <a:r>
              <a:rPr lang="en-US" sz="1400" dirty="0"/>
              <a:t>        end</a:t>
            </a:r>
          </a:p>
          <a:p>
            <a:r>
              <a:rPr lang="en-US" sz="1400" dirty="0"/>
              <a:t>    end</a:t>
            </a:r>
          </a:p>
          <a:p>
            <a:r>
              <a:rPr lang="en-US" sz="1400" dirty="0" err="1"/>
              <a:t>endmodule</a:t>
            </a:r>
            <a:endParaRPr lang="en-US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0C29B6-9C66-4BD5-B2ED-6B0AC8A115F1}"/>
              </a:ext>
            </a:extLst>
          </p:cNvPr>
          <p:cNvSpPr txBox="1"/>
          <p:nvPr/>
        </p:nvSpPr>
        <p:spPr>
          <a:xfrm>
            <a:off x="8884205" y="717683"/>
            <a:ext cx="1505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복사용 </a:t>
            </a:r>
            <a:r>
              <a:rPr lang="en-US" altLang="ko-KR" dirty="0"/>
              <a:t>Code</a:t>
            </a:r>
            <a:endParaRPr lang="en-US" dirty="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E315D0F9-1299-9783-7293-B56DBAA045AF}"/>
              </a:ext>
            </a:extLst>
          </p:cNvPr>
          <p:cNvSpPr/>
          <p:nvPr/>
        </p:nvSpPr>
        <p:spPr>
          <a:xfrm>
            <a:off x="3685308" y="2683942"/>
            <a:ext cx="2595419" cy="304826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9C5CE6C-11D9-B306-50B3-C8985DEC62E7}"/>
              </a:ext>
            </a:extLst>
          </p:cNvPr>
          <p:cNvSpPr/>
          <p:nvPr/>
        </p:nvSpPr>
        <p:spPr>
          <a:xfrm>
            <a:off x="555870" y="5147366"/>
            <a:ext cx="957106" cy="22727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EC8D452-3E6D-1A52-7E43-0FC22E9880C2}"/>
              </a:ext>
            </a:extLst>
          </p:cNvPr>
          <p:cNvCxnSpPr>
            <a:cxnSpLocks/>
          </p:cNvCxnSpPr>
          <p:nvPr/>
        </p:nvCxnSpPr>
        <p:spPr>
          <a:xfrm flipH="1">
            <a:off x="6280727" y="1611005"/>
            <a:ext cx="1171674" cy="1072937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407D32E5-EB75-4A34-686D-EB4670AC43A5}"/>
              </a:ext>
            </a:extLst>
          </p:cNvPr>
          <p:cNvCxnSpPr>
            <a:cxnSpLocks/>
          </p:cNvCxnSpPr>
          <p:nvPr/>
        </p:nvCxnSpPr>
        <p:spPr>
          <a:xfrm flipH="1">
            <a:off x="1617174" y="3713018"/>
            <a:ext cx="1916889" cy="12922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791DA8DA-7F0D-D807-476C-5FFBA79293E6}"/>
              </a:ext>
            </a:extLst>
          </p:cNvPr>
          <p:cNvSpPr/>
          <p:nvPr/>
        </p:nvSpPr>
        <p:spPr>
          <a:xfrm>
            <a:off x="1846728" y="5911780"/>
            <a:ext cx="981684" cy="22235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6F17DAB-3AC9-8A00-FDF9-CF44A89B1FA4}"/>
              </a:ext>
            </a:extLst>
          </p:cNvPr>
          <p:cNvSpPr/>
          <p:nvPr/>
        </p:nvSpPr>
        <p:spPr>
          <a:xfrm>
            <a:off x="2113388" y="6460598"/>
            <a:ext cx="529402" cy="22235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892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F8F1E-0E93-9EA5-0D3C-19838A43B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992B00F2-4543-CEF0-C26F-B149B52F79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>
            <a:noAutofit/>
          </a:bodyPr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8FDC80-CAF3-6D63-146C-5C79F6111520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2. Clock</a:t>
            </a:r>
            <a:r>
              <a:rPr lang="ko-KR" altLang="en-US" sz="2000" dirty="0">
                <a:cs typeface="KoPubWorld돋움체 Bold" panose="00000800000000000000" pitchFamily="2" charset="-127"/>
              </a:rPr>
              <a:t>과 </a:t>
            </a:r>
            <a:r>
              <a:rPr lang="en-US" altLang="ko-KR" sz="2000" dirty="0">
                <a:cs typeface="KoPubWorld돋움체 Bold" panose="00000800000000000000" pitchFamily="2" charset="-127"/>
              </a:rPr>
              <a:t>Reset</a:t>
            </a:r>
            <a:r>
              <a:rPr lang="ko-KR" altLang="en-US" sz="2000" dirty="0">
                <a:cs typeface="KoPubWorld돋움체 Bold" panose="00000800000000000000" pitchFamily="2" charset="-127"/>
              </a:rPr>
              <a:t>으로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619BBDD-3B67-6E70-DF73-61FEBC42C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552" y="1350358"/>
            <a:ext cx="7729248" cy="239401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7E055E3-1D51-CC55-4A23-5DD090F2A8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2166" y="2583082"/>
            <a:ext cx="3758032" cy="154372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D8F7473-B90A-A1CC-5EDD-EDA6CFB251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2569" y="4361137"/>
            <a:ext cx="7464194" cy="1996791"/>
          </a:xfrm>
          <a:prstGeom prst="rect">
            <a:avLst/>
          </a:prstGeom>
        </p:spPr>
      </p:pic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050C04CA-1636-92DC-EF49-263B3D79CA5A}"/>
              </a:ext>
            </a:extLst>
          </p:cNvPr>
          <p:cNvSpPr/>
          <p:nvPr/>
        </p:nvSpPr>
        <p:spPr>
          <a:xfrm>
            <a:off x="3327894" y="1838632"/>
            <a:ext cx="1263771" cy="172064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D77A38-F3E9-D720-040D-F3A6F04AF27E}"/>
              </a:ext>
            </a:extLst>
          </p:cNvPr>
          <p:cNvSpPr/>
          <p:nvPr/>
        </p:nvSpPr>
        <p:spPr>
          <a:xfrm>
            <a:off x="5083277" y="1843547"/>
            <a:ext cx="1012723" cy="1720645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10FD77-AB41-44C8-B682-30D68CF4CB10}"/>
              </a:ext>
            </a:extLst>
          </p:cNvPr>
          <p:cNvSpPr/>
          <p:nvPr/>
        </p:nvSpPr>
        <p:spPr>
          <a:xfrm>
            <a:off x="9979742" y="3744373"/>
            <a:ext cx="651559" cy="306517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A19E71-589E-6F96-CB02-CBA5C2FD3F0C}"/>
              </a:ext>
            </a:extLst>
          </p:cNvPr>
          <p:cNvSpPr txBox="1"/>
          <p:nvPr/>
        </p:nvSpPr>
        <p:spPr>
          <a:xfrm>
            <a:off x="6525608" y="1399957"/>
            <a:ext cx="1404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Control + S</a:t>
            </a:r>
          </a:p>
        </p:txBody>
      </p:sp>
      <p:sp>
        <p:nvSpPr>
          <p:cNvPr id="18" name="화살표: 왼쪽으로 구부러짐 17">
            <a:extLst>
              <a:ext uri="{FF2B5EF4-FFF2-40B4-BE49-F238E27FC236}">
                <a16:creationId xmlns:a16="http://schemas.microsoft.com/office/drawing/2014/main" id="{B8915DED-2B2D-3149-1FCF-834003CB09F2}"/>
              </a:ext>
            </a:extLst>
          </p:cNvPr>
          <p:cNvSpPr/>
          <p:nvPr/>
        </p:nvSpPr>
        <p:spPr>
          <a:xfrm rot="16200000">
            <a:off x="6928224" y="1205757"/>
            <a:ext cx="500351" cy="1790717"/>
          </a:xfrm>
          <a:prstGeom prst="curvedLef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323A47F-4FDA-BE1D-C29E-6784D2E7CA4E}"/>
              </a:ext>
            </a:extLst>
          </p:cNvPr>
          <p:cNvSpPr/>
          <p:nvPr/>
        </p:nvSpPr>
        <p:spPr>
          <a:xfrm>
            <a:off x="4384866" y="5309419"/>
            <a:ext cx="1022876" cy="198223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49608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AF1C-D2E2-F687-A225-02060D9D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9FA77AAC-1A92-7437-511B-23EF95E640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14" y="1100906"/>
            <a:ext cx="7561905" cy="5299242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28EAAD-28B1-7035-F203-F5485FB16A21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>
            <a:normAutofit/>
          </a:bodyPr>
          <a:lstStyle/>
          <a:p>
            <a:r>
              <a:rPr lang="en-US" altLang="ko-KR" sz="2000" dirty="0">
                <a:cs typeface="KoPubWorld돋움체 Bold" panose="00000800000000000000" pitchFamily="2" charset="-127"/>
              </a:rPr>
              <a:t>2. Clock</a:t>
            </a:r>
            <a:r>
              <a:rPr lang="ko-KR" altLang="en-US" sz="2000" dirty="0">
                <a:cs typeface="KoPubWorld돋움체 Bold" panose="00000800000000000000" pitchFamily="2" charset="-127"/>
              </a:rPr>
              <a:t>과 </a:t>
            </a:r>
            <a:r>
              <a:rPr lang="en-US" altLang="ko-KR" sz="2000" dirty="0">
                <a:cs typeface="KoPubWorld돋움체 Bold" panose="00000800000000000000" pitchFamily="2" charset="-127"/>
              </a:rPr>
              <a:t>Reset</a:t>
            </a:r>
            <a:r>
              <a:rPr lang="ko-KR" altLang="en-US" sz="2000" dirty="0">
                <a:cs typeface="KoPubWorld돋움체 Bold" panose="00000800000000000000" pitchFamily="2" charset="-127"/>
              </a:rPr>
              <a:t>으로 </a:t>
            </a:r>
            <a:r>
              <a:rPr lang="en-US" altLang="ko-KR" sz="2000" dirty="0">
                <a:cs typeface="KoPubWorld돋움체 Bold" panose="00000800000000000000" pitchFamily="2" charset="-127"/>
              </a:rPr>
              <a:t>LED </a:t>
            </a:r>
            <a:r>
              <a:rPr lang="ko-KR" altLang="en-US" sz="2000" dirty="0">
                <a:cs typeface="KoPubWorld돋움체 Bold" panose="00000800000000000000" pitchFamily="2" charset="-127"/>
              </a:rPr>
              <a:t>제어</a:t>
            </a:r>
            <a:endParaRPr lang="en-US" altLang="ko-KR" sz="2000" dirty="0">
              <a:cs typeface="KoPubWorld돋움체 Bold" panose="00000800000000000000" pitchFamily="2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38F1C82-71CF-5EF0-8F0E-1FF53F3E9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781" y="1340606"/>
            <a:ext cx="2636320" cy="243573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CC90537-875F-CAC2-B77D-D27795884A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714" y="4054488"/>
            <a:ext cx="3821206" cy="2151339"/>
          </a:xfrm>
          <a:prstGeom prst="rect">
            <a:avLst/>
          </a:prstGeom>
        </p:spPr>
      </p:pic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13D16BBF-A824-D932-2CE7-53014B26C2AB}"/>
              </a:ext>
            </a:extLst>
          </p:cNvPr>
          <p:cNvSpPr/>
          <p:nvPr/>
        </p:nvSpPr>
        <p:spPr>
          <a:xfrm>
            <a:off x="844300" y="2595716"/>
            <a:ext cx="1367958" cy="31463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F886FEBC-F381-043F-0F12-68A1C45041EB}"/>
              </a:ext>
            </a:extLst>
          </p:cNvPr>
          <p:cNvSpPr/>
          <p:nvPr/>
        </p:nvSpPr>
        <p:spPr>
          <a:xfrm>
            <a:off x="1743954" y="3328220"/>
            <a:ext cx="645285" cy="31463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D96CC56-CFC5-FB33-3C96-A40395023238}"/>
              </a:ext>
            </a:extLst>
          </p:cNvPr>
          <p:cNvSpPr/>
          <p:nvPr/>
        </p:nvSpPr>
        <p:spPr>
          <a:xfrm>
            <a:off x="5642454" y="2379406"/>
            <a:ext cx="4907559" cy="2151338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C07F85-5999-7FD5-C766-6CCC9F2C07FB}"/>
              </a:ext>
            </a:extLst>
          </p:cNvPr>
          <p:cNvSpPr txBox="1"/>
          <p:nvPr/>
        </p:nvSpPr>
        <p:spPr>
          <a:xfrm>
            <a:off x="2516230" y="2373805"/>
            <a:ext cx="2956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solidFill>
                  <a:srgbClr val="FF0000"/>
                </a:solidFill>
              </a:rPr>
              <a:t>우클릭</a:t>
            </a:r>
            <a:r>
              <a:rPr lang="ko-KR" altLang="en-US" dirty="0">
                <a:solidFill>
                  <a:srgbClr val="FF0000"/>
                </a:solidFill>
              </a:rPr>
              <a:t> 후 </a:t>
            </a:r>
            <a:r>
              <a:rPr lang="en-US" altLang="ko-KR" dirty="0">
                <a:solidFill>
                  <a:srgbClr val="FF0000"/>
                </a:solidFill>
              </a:rPr>
              <a:t>Program Device</a:t>
            </a:r>
            <a:endParaRPr lang="en-US" dirty="0">
              <a:solidFill>
                <a:srgbClr val="FF0000"/>
              </a:solidFill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46515593-D7D1-58A6-4876-1311EDD465C5}"/>
              </a:ext>
            </a:extLst>
          </p:cNvPr>
          <p:cNvCxnSpPr>
            <a:cxnSpLocks/>
          </p:cNvCxnSpPr>
          <p:nvPr/>
        </p:nvCxnSpPr>
        <p:spPr>
          <a:xfrm flipH="1" flipV="1">
            <a:off x="5083277" y="2743137"/>
            <a:ext cx="693093" cy="1672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8415B4D-7ADB-2F96-3DC3-2591BDC3C634}"/>
              </a:ext>
            </a:extLst>
          </p:cNvPr>
          <p:cNvSpPr/>
          <p:nvPr/>
        </p:nvSpPr>
        <p:spPr>
          <a:xfrm>
            <a:off x="9054262" y="4031228"/>
            <a:ext cx="591183" cy="324462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151559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DT_FILLFIXED" val="True"/>
  <p:tag name="CDT_LINEFIXED" val="True"/>
  <p:tag name="CDT_FILLUNVISIBLE" val="False"/>
  <p:tag name="CDT_LINEUNVISIBLE" val="True"/>
  <p:tag name="CDT_COLBF_NEW" val="21"/>
  <p:tag name="CDT_COLFF_NEW" val="21"/>
  <p:tag name="CDT_EXTCOL" val="True"/>
  <p:tag name="CDT_COLTX_NEW" val="22"/>
  <p:tag name="CDT_TARGETSHAPE_NEW" val="20"/>
  <p:tag name="CDT_DELETE_ONEVENT_NEWPRES" val="False"/>
  <p:tag name="CDT_PROT" val="2"/>
  <p:tag name="CDT_PROT_TOP" val="111,25"/>
  <p:tag name="CDT_PROT_LEFT" val="366,8501"/>
  <p:tag name="CDT_PROT_WIDTH" val="593,6499"/>
  <p:tag name="CDT_PROT_HEIGHT" val="374,25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9369</TotalTime>
  <Words>411</Words>
  <Application>Microsoft Office PowerPoint</Application>
  <PresentationFormat>와이드스크린</PresentationFormat>
  <Paragraphs>95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나눔스퀘어 네오 Regular</vt:lpstr>
      <vt:lpstr>맑은 고딕</vt:lpstr>
      <vt:lpstr>Arial</vt:lpstr>
      <vt:lpstr>Office 테마</vt:lpstr>
      <vt:lpstr>ARM Programming</vt:lpstr>
      <vt:lpstr>1. 스위치로 LED 제어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2. Clock과 Reset으로 LED 제어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 Control with FPGA</dc:title>
  <dc:creator>예빈 문</dc:creator>
  <cp:lastModifiedBy>Seungan Woo</cp:lastModifiedBy>
  <cp:revision>483</cp:revision>
  <dcterms:created xsi:type="dcterms:W3CDTF">2024-09-20T05:42:48Z</dcterms:created>
  <dcterms:modified xsi:type="dcterms:W3CDTF">2026-09-03T13:03:42Z</dcterms:modified>
</cp:coreProperties>
</file>